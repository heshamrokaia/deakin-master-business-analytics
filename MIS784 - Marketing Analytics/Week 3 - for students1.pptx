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302" r:id="rId2"/>
    <p:sldId id="333" r:id="rId3"/>
    <p:sldId id="637" r:id="rId4"/>
    <p:sldId id="639" r:id="rId5"/>
    <p:sldId id="638" r:id="rId6"/>
    <p:sldId id="606" r:id="rId7"/>
    <p:sldId id="583" r:id="rId8"/>
    <p:sldId id="610" r:id="rId9"/>
    <p:sldId id="615" r:id="rId10"/>
    <p:sldId id="640" r:id="rId11"/>
    <p:sldId id="609" r:id="rId12"/>
    <p:sldId id="612" r:id="rId13"/>
    <p:sldId id="641" r:id="rId14"/>
    <p:sldId id="611" r:id="rId15"/>
    <p:sldId id="623" r:id="rId16"/>
    <p:sldId id="603" r:id="rId17"/>
    <p:sldId id="625" r:id="rId18"/>
    <p:sldId id="626" r:id="rId19"/>
    <p:sldId id="627" r:id="rId20"/>
    <p:sldId id="628" r:id="rId21"/>
    <p:sldId id="643" r:id="rId22"/>
    <p:sldId id="631" r:id="rId23"/>
    <p:sldId id="642" r:id="rId24"/>
    <p:sldId id="616" r:id="rId25"/>
    <p:sldId id="608" r:id="rId26"/>
    <p:sldId id="607" r:id="rId27"/>
    <p:sldId id="644" r:id="rId28"/>
    <p:sldId id="629" r:id="rId29"/>
    <p:sldId id="624" r:id="rId30"/>
    <p:sldId id="63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693EB25-BCC0-4D40-94D0-9E773BC883C0}">
          <p14:sldIdLst>
            <p14:sldId id="302"/>
            <p14:sldId id="333"/>
            <p14:sldId id="637"/>
            <p14:sldId id="639"/>
            <p14:sldId id="638"/>
            <p14:sldId id="606"/>
            <p14:sldId id="583"/>
            <p14:sldId id="610"/>
            <p14:sldId id="615"/>
            <p14:sldId id="640"/>
            <p14:sldId id="609"/>
            <p14:sldId id="612"/>
            <p14:sldId id="641"/>
            <p14:sldId id="611"/>
            <p14:sldId id="623"/>
            <p14:sldId id="603"/>
            <p14:sldId id="625"/>
            <p14:sldId id="626"/>
            <p14:sldId id="627"/>
            <p14:sldId id="628"/>
            <p14:sldId id="643"/>
            <p14:sldId id="631"/>
            <p14:sldId id="642"/>
            <p14:sldId id="616"/>
            <p14:sldId id="608"/>
            <p14:sldId id="607"/>
            <p14:sldId id="644"/>
            <p14:sldId id="629"/>
            <p14:sldId id="624"/>
            <p14:sldId id="630"/>
          </p14:sldIdLst>
        </p14:section>
        <p14:section name="SmartArt examples" id="{EC99EAA8-7F14-4B22-9918-54923576F22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736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752" autoAdjust="0"/>
    <p:restoredTop sz="76803" autoAdjust="0"/>
  </p:normalViewPr>
  <p:slideViewPr>
    <p:cSldViewPr snapToGrid="0">
      <p:cViewPr varScale="1">
        <p:scale>
          <a:sx n="97" d="100"/>
          <a:sy n="97" d="100"/>
        </p:scale>
        <p:origin x="1376" y="184"/>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66" d="100"/>
        <a:sy n="66" d="100"/>
      </p:scale>
      <p:origin x="0" y="0"/>
    </p:cViewPr>
  </p:sorter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054671A-4621-FF45-82E3-6E2ACCCCD15D}" type="datetimeFigureOut">
              <a:rPr lang="en-US" smtClean="0"/>
              <a:t>7/16/25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EB52D7-4FA3-DC42-B512-A9C4296B03D1}" type="slidenum">
              <a:rPr lang="en-US" smtClean="0"/>
              <a:t>‹#›</a:t>
            </a:fld>
            <a:endParaRPr lang="en-US"/>
          </a:p>
        </p:txBody>
      </p:sp>
    </p:spTree>
    <p:extLst>
      <p:ext uri="{BB962C8B-B14F-4D97-AF65-F5344CB8AC3E}">
        <p14:creationId xmlns:p14="http://schemas.microsoft.com/office/powerpoint/2010/main" val="48470703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94D05-2413-416E-8BCF-22CC6EAE5C7A}" type="datetimeFigureOut">
              <a:rPr lang="en-GB" smtClean="0"/>
              <a:t>16/07/2025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02EEF7-10B8-48BD-98D2-6BEDC41F7233}" type="slidenum">
              <a:rPr lang="en-GB" smtClean="0"/>
              <a:t>‹#›</a:t>
            </a:fld>
            <a:endParaRPr lang="en-GB"/>
          </a:p>
        </p:txBody>
      </p:sp>
    </p:spTree>
    <p:extLst>
      <p:ext uri="{BB962C8B-B14F-4D97-AF65-F5344CB8AC3E}">
        <p14:creationId xmlns:p14="http://schemas.microsoft.com/office/powerpoint/2010/main" val="27000269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AU" b="0" i="0" dirty="0">
              <a:solidFill>
                <a:srgbClr val="374151"/>
              </a:solidFill>
              <a:effectLst/>
              <a:latin typeface="Söhne"/>
            </a:endParaRPr>
          </a:p>
        </p:txBody>
      </p:sp>
      <p:sp>
        <p:nvSpPr>
          <p:cNvPr id="4" name="Slide Number Placeholder 3"/>
          <p:cNvSpPr>
            <a:spLocks noGrp="1"/>
          </p:cNvSpPr>
          <p:nvPr>
            <p:ph type="sldNum" sz="quarter" idx="5"/>
          </p:nvPr>
        </p:nvSpPr>
        <p:spPr/>
        <p:txBody>
          <a:bodyPr/>
          <a:lstStyle/>
          <a:p>
            <a:fld id="{9702EEF7-10B8-48BD-98D2-6BEDC41F7233}" type="slidenum">
              <a:rPr lang="en-GB" smtClean="0"/>
              <a:t>1</a:t>
            </a:fld>
            <a:endParaRPr lang="en-GB"/>
          </a:p>
        </p:txBody>
      </p:sp>
    </p:spTree>
    <p:extLst>
      <p:ext uri="{BB962C8B-B14F-4D97-AF65-F5344CB8AC3E}">
        <p14:creationId xmlns:p14="http://schemas.microsoft.com/office/powerpoint/2010/main" val="28723645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a:t>
            </a:fld>
            <a:endParaRPr lang="en-GB"/>
          </a:p>
        </p:txBody>
      </p:sp>
    </p:spTree>
    <p:extLst>
      <p:ext uri="{BB962C8B-B14F-4D97-AF65-F5344CB8AC3E}">
        <p14:creationId xmlns:p14="http://schemas.microsoft.com/office/powerpoint/2010/main" val="1402773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3</a:t>
            </a:fld>
            <a:endParaRPr lang="en-GB"/>
          </a:p>
        </p:txBody>
      </p:sp>
    </p:spTree>
    <p:extLst>
      <p:ext uri="{BB962C8B-B14F-4D97-AF65-F5344CB8AC3E}">
        <p14:creationId xmlns:p14="http://schemas.microsoft.com/office/powerpoint/2010/main" val="1356102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4</a:t>
            </a:fld>
            <a:endParaRPr lang="en-GB"/>
          </a:p>
        </p:txBody>
      </p:sp>
    </p:spTree>
    <p:extLst>
      <p:ext uri="{BB962C8B-B14F-4D97-AF65-F5344CB8AC3E}">
        <p14:creationId xmlns:p14="http://schemas.microsoft.com/office/powerpoint/2010/main" val="3677299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2EEF7-10B8-48BD-98D2-6BEDC41F7233}" type="slidenum">
              <a:rPr lang="en-GB" smtClean="0"/>
              <a:t>5</a:t>
            </a:fld>
            <a:endParaRPr lang="en-GB"/>
          </a:p>
        </p:txBody>
      </p:sp>
    </p:spTree>
    <p:extLst>
      <p:ext uri="{BB962C8B-B14F-4D97-AF65-F5344CB8AC3E}">
        <p14:creationId xmlns:p14="http://schemas.microsoft.com/office/powerpoint/2010/main" val="33559768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6</a:t>
            </a:fld>
            <a:endParaRPr lang="en-GB"/>
          </a:p>
        </p:txBody>
      </p:sp>
    </p:spTree>
    <p:extLst>
      <p:ext uri="{BB962C8B-B14F-4D97-AF65-F5344CB8AC3E}">
        <p14:creationId xmlns:p14="http://schemas.microsoft.com/office/powerpoint/2010/main" val="35184899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7</a:t>
            </a:fld>
            <a:endParaRPr lang="en-GB"/>
          </a:p>
        </p:txBody>
      </p:sp>
    </p:spTree>
    <p:extLst>
      <p:ext uri="{BB962C8B-B14F-4D97-AF65-F5344CB8AC3E}">
        <p14:creationId xmlns:p14="http://schemas.microsoft.com/office/powerpoint/2010/main" val="2113654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8</a:t>
            </a:fld>
            <a:endParaRPr lang="en-GB"/>
          </a:p>
        </p:txBody>
      </p:sp>
    </p:spTree>
    <p:extLst>
      <p:ext uri="{BB962C8B-B14F-4D97-AF65-F5344CB8AC3E}">
        <p14:creationId xmlns:p14="http://schemas.microsoft.com/office/powerpoint/2010/main" val="1747408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9</a:t>
            </a:fld>
            <a:endParaRPr lang="en-GB"/>
          </a:p>
        </p:txBody>
      </p:sp>
    </p:spTree>
    <p:extLst>
      <p:ext uri="{BB962C8B-B14F-4D97-AF65-F5344CB8AC3E}">
        <p14:creationId xmlns:p14="http://schemas.microsoft.com/office/powerpoint/2010/main" val="20166424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10</a:t>
            </a:fld>
            <a:endParaRPr lang="en-GB"/>
          </a:p>
        </p:txBody>
      </p:sp>
    </p:spTree>
    <p:extLst>
      <p:ext uri="{BB962C8B-B14F-4D97-AF65-F5344CB8AC3E}">
        <p14:creationId xmlns:p14="http://schemas.microsoft.com/office/powerpoint/2010/main" val="21166147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11</a:t>
            </a:fld>
            <a:endParaRPr lang="en-GB"/>
          </a:p>
        </p:txBody>
      </p:sp>
    </p:spTree>
    <p:extLst>
      <p:ext uri="{BB962C8B-B14F-4D97-AF65-F5344CB8AC3E}">
        <p14:creationId xmlns:p14="http://schemas.microsoft.com/office/powerpoint/2010/main" val="312340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12</a:t>
            </a:fld>
            <a:endParaRPr lang="en-GB"/>
          </a:p>
        </p:txBody>
      </p:sp>
    </p:spTree>
    <p:extLst>
      <p:ext uri="{BB962C8B-B14F-4D97-AF65-F5344CB8AC3E}">
        <p14:creationId xmlns:p14="http://schemas.microsoft.com/office/powerpoint/2010/main" val="29551197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13</a:t>
            </a:fld>
            <a:endParaRPr lang="en-GB"/>
          </a:p>
        </p:txBody>
      </p:sp>
    </p:spTree>
    <p:extLst>
      <p:ext uri="{BB962C8B-B14F-4D97-AF65-F5344CB8AC3E}">
        <p14:creationId xmlns:p14="http://schemas.microsoft.com/office/powerpoint/2010/main" val="10035102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ltLang="zh-CN"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14</a:t>
            </a:fld>
            <a:endParaRPr lang="en-GB"/>
          </a:p>
        </p:txBody>
      </p:sp>
    </p:spTree>
    <p:extLst>
      <p:ext uri="{BB962C8B-B14F-4D97-AF65-F5344CB8AC3E}">
        <p14:creationId xmlns:p14="http://schemas.microsoft.com/office/powerpoint/2010/main" val="3758198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15</a:t>
            </a:fld>
            <a:endParaRPr lang="en-GB"/>
          </a:p>
        </p:txBody>
      </p:sp>
    </p:spTree>
    <p:extLst>
      <p:ext uri="{BB962C8B-B14F-4D97-AF65-F5344CB8AC3E}">
        <p14:creationId xmlns:p14="http://schemas.microsoft.com/office/powerpoint/2010/main" val="31864716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16</a:t>
            </a:fld>
            <a:endParaRPr lang="en-GB"/>
          </a:p>
        </p:txBody>
      </p:sp>
    </p:spTree>
    <p:extLst>
      <p:ext uri="{BB962C8B-B14F-4D97-AF65-F5344CB8AC3E}">
        <p14:creationId xmlns:p14="http://schemas.microsoft.com/office/powerpoint/2010/main" val="1783704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17</a:t>
            </a:fld>
            <a:endParaRPr lang="en-GB"/>
          </a:p>
        </p:txBody>
      </p:sp>
    </p:spTree>
    <p:extLst>
      <p:ext uri="{BB962C8B-B14F-4D97-AF65-F5344CB8AC3E}">
        <p14:creationId xmlns:p14="http://schemas.microsoft.com/office/powerpoint/2010/main" val="21226968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18</a:t>
            </a:fld>
            <a:endParaRPr lang="en-GB"/>
          </a:p>
        </p:txBody>
      </p:sp>
    </p:spTree>
    <p:extLst>
      <p:ext uri="{BB962C8B-B14F-4D97-AF65-F5344CB8AC3E}">
        <p14:creationId xmlns:p14="http://schemas.microsoft.com/office/powerpoint/2010/main" val="2509303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19</a:t>
            </a:fld>
            <a:endParaRPr lang="en-GB"/>
          </a:p>
        </p:txBody>
      </p:sp>
    </p:spTree>
    <p:extLst>
      <p:ext uri="{BB962C8B-B14F-4D97-AF65-F5344CB8AC3E}">
        <p14:creationId xmlns:p14="http://schemas.microsoft.com/office/powerpoint/2010/main" val="61585353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20</a:t>
            </a:fld>
            <a:endParaRPr lang="en-GB"/>
          </a:p>
        </p:txBody>
      </p:sp>
    </p:spTree>
    <p:extLst>
      <p:ext uri="{BB962C8B-B14F-4D97-AF65-F5344CB8AC3E}">
        <p14:creationId xmlns:p14="http://schemas.microsoft.com/office/powerpoint/2010/main" val="307054082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2EEF7-10B8-48BD-98D2-6BEDC41F7233}" type="slidenum">
              <a:rPr lang="en-GB" smtClean="0"/>
              <a:t>21</a:t>
            </a:fld>
            <a:endParaRPr lang="en-GB"/>
          </a:p>
        </p:txBody>
      </p:sp>
    </p:spTree>
    <p:extLst>
      <p:ext uri="{BB962C8B-B14F-4D97-AF65-F5344CB8AC3E}">
        <p14:creationId xmlns:p14="http://schemas.microsoft.com/office/powerpoint/2010/main" val="7931435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2EEF7-10B8-48BD-98D2-6BEDC41F7233}" type="slidenum">
              <a:rPr lang="en-GB" smtClean="0"/>
              <a:t>22</a:t>
            </a:fld>
            <a:endParaRPr lang="en-GB"/>
          </a:p>
        </p:txBody>
      </p:sp>
    </p:spTree>
    <p:extLst>
      <p:ext uri="{BB962C8B-B14F-4D97-AF65-F5344CB8AC3E}">
        <p14:creationId xmlns:p14="http://schemas.microsoft.com/office/powerpoint/2010/main" val="25947804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02EEF7-10B8-48BD-98D2-6BEDC41F7233}" type="slidenum">
              <a:rPr lang="en-GB" smtClean="0"/>
              <a:t>23</a:t>
            </a:fld>
            <a:endParaRPr lang="en-GB"/>
          </a:p>
        </p:txBody>
      </p:sp>
    </p:spTree>
    <p:extLst>
      <p:ext uri="{BB962C8B-B14F-4D97-AF65-F5344CB8AC3E}">
        <p14:creationId xmlns:p14="http://schemas.microsoft.com/office/powerpoint/2010/main" val="37738240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24</a:t>
            </a:fld>
            <a:endParaRPr lang="en-GB"/>
          </a:p>
        </p:txBody>
      </p:sp>
    </p:spTree>
    <p:extLst>
      <p:ext uri="{BB962C8B-B14F-4D97-AF65-F5344CB8AC3E}">
        <p14:creationId xmlns:p14="http://schemas.microsoft.com/office/powerpoint/2010/main" val="12384404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25</a:t>
            </a:fld>
            <a:endParaRPr lang="en-GB"/>
          </a:p>
        </p:txBody>
      </p:sp>
    </p:spTree>
    <p:extLst>
      <p:ext uri="{BB962C8B-B14F-4D97-AF65-F5344CB8AC3E}">
        <p14:creationId xmlns:p14="http://schemas.microsoft.com/office/powerpoint/2010/main" val="41080447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endParaRPr lang="en-AU" b="0" i="0" dirty="0">
              <a:solidFill>
                <a:srgbClr val="374151"/>
              </a:solidFill>
              <a:effectLst/>
              <a:latin typeface="Söhne"/>
            </a:endParaRPr>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26</a:t>
            </a:fld>
            <a:endParaRPr lang="en-GB"/>
          </a:p>
        </p:txBody>
      </p:sp>
    </p:spTree>
    <p:extLst>
      <p:ext uri="{BB962C8B-B14F-4D97-AF65-F5344CB8AC3E}">
        <p14:creationId xmlns:p14="http://schemas.microsoft.com/office/powerpoint/2010/main" val="31883352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mj-lt"/>
              <a:buAutoNum type="arabicPeriod"/>
            </a:pPr>
            <a:r>
              <a:rPr lang="en-US" altLang="zh-CN" b="0" i="0" dirty="0">
                <a:solidFill>
                  <a:srgbClr val="374151"/>
                </a:solidFill>
                <a:effectLst/>
                <a:latin typeface="Söhne"/>
              </a:rPr>
              <a:t>https://</a:t>
            </a:r>
            <a:r>
              <a:rPr lang="en-US" altLang="zh-CN" b="0" i="0" dirty="0" err="1">
                <a:solidFill>
                  <a:srgbClr val="374151"/>
                </a:solidFill>
                <a:effectLst/>
                <a:latin typeface="Söhne"/>
              </a:rPr>
              <a:t>www.menti.com</a:t>
            </a:r>
            <a:r>
              <a:rPr lang="en-US" altLang="zh-CN" b="0" i="0" dirty="0">
                <a:solidFill>
                  <a:srgbClr val="374151"/>
                </a:solidFill>
                <a:effectLst/>
                <a:latin typeface="Söhne"/>
              </a:rPr>
              <a:t>/aldoveydr3o3</a:t>
            </a:r>
          </a:p>
          <a:p>
            <a:endParaRPr lang="en-US" dirty="0"/>
          </a:p>
        </p:txBody>
      </p:sp>
      <p:sp>
        <p:nvSpPr>
          <p:cNvPr id="4" name="Slide Number Placeholder 3"/>
          <p:cNvSpPr>
            <a:spLocks noGrp="1"/>
          </p:cNvSpPr>
          <p:nvPr>
            <p:ph type="sldNum" sz="quarter" idx="5"/>
          </p:nvPr>
        </p:nvSpPr>
        <p:spPr/>
        <p:txBody>
          <a:bodyPr/>
          <a:lstStyle/>
          <a:p>
            <a:fld id="{9702EEF7-10B8-48BD-98D2-6BEDC41F7233}" type="slidenum">
              <a:rPr lang="en-GB" smtClean="0"/>
              <a:t>27</a:t>
            </a:fld>
            <a:endParaRPr lang="en-GB"/>
          </a:p>
        </p:txBody>
      </p:sp>
    </p:spTree>
    <p:extLst>
      <p:ext uri="{BB962C8B-B14F-4D97-AF65-F5344CB8AC3E}">
        <p14:creationId xmlns:p14="http://schemas.microsoft.com/office/powerpoint/2010/main" val="105258138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28</a:t>
            </a:fld>
            <a:endParaRPr lang="en-GB"/>
          </a:p>
        </p:txBody>
      </p:sp>
    </p:spTree>
    <p:extLst>
      <p:ext uri="{BB962C8B-B14F-4D97-AF65-F5344CB8AC3E}">
        <p14:creationId xmlns:p14="http://schemas.microsoft.com/office/powerpoint/2010/main" val="16468964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29</a:t>
            </a:fld>
            <a:endParaRPr lang="en-GB"/>
          </a:p>
        </p:txBody>
      </p:sp>
    </p:spTree>
    <p:extLst>
      <p:ext uri="{BB962C8B-B14F-4D97-AF65-F5344CB8AC3E}">
        <p14:creationId xmlns:p14="http://schemas.microsoft.com/office/powerpoint/2010/main" val="57917367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Footer Placeholder 3"/>
          <p:cNvSpPr>
            <a:spLocks noGrp="1"/>
          </p:cNvSpPr>
          <p:nvPr>
            <p:ph type="ftr" sz="quarter" idx="4"/>
          </p:nvPr>
        </p:nvSpPr>
        <p:spPr/>
        <p:txBody>
          <a:bodyPr/>
          <a:lstStyle/>
          <a:p>
            <a:r>
              <a:rPr lang="en-GB"/>
              <a:t>by Boying Li</a:t>
            </a:r>
          </a:p>
        </p:txBody>
      </p:sp>
      <p:sp>
        <p:nvSpPr>
          <p:cNvPr id="5" name="Slide Number Placeholder 4"/>
          <p:cNvSpPr>
            <a:spLocks noGrp="1"/>
          </p:cNvSpPr>
          <p:nvPr>
            <p:ph type="sldNum" sz="quarter" idx="5"/>
          </p:nvPr>
        </p:nvSpPr>
        <p:spPr/>
        <p:txBody>
          <a:bodyPr/>
          <a:lstStyle/>
          <a:p>
            <a:fld id="{0C3C7CE6-3440-47EE-AD5C-74A099349749}" type="slidenum">
              <a:rPr lang="en-GB" smtClean="0"/>
              <a:t>30</a:t>
            </a:fld>
            <a:endParaRPr lang="en-GB"/>
          </a:p>
        </p:txBody>
      </p:sp>
    </p:spTree>
    <p:extLst>
      <p:ext uri="{BB962C8B-B14F-4D97-AF65-F5344CB8AC3E}">
        <p14:creationId xmlns:p14="http://schemas.microsoft.com/office/powerpoint/2010/main" val="18077672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403907" y="1122363"/>
            <a:ext cx="5040000" cy="1835208"/>
          </a:xfrm>
        </p:spPr>
        <p:txBody>
          <a:bodyPr anchor="b"/>
          <a:lstStyle>
            <a:lvl1pPr algn="l">
              <a:defRPr sz="4500" b="0"/>
            </a:lvl1pPr>
          </a:lstStyle>
          <a:p>
            <a:r>
              <a:rPr lang="en-US" dirty="0"/>
              <a:t>Click to add title</a:t>
            </a:r>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rgbClr val="37363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52446" y="3662058"/>
            <a:ext cx="2219419" cy="2219419"/>
          </a:xfrm>
          <a:prstGeom prst="rect">
            <a:avLst/>
          </a:prstGeom>
        </p:spPr>
      </p:pic>
      <p:pic>
        <p:nvPicPr>
          <p:cNvPr id="7" name="Picture 6"/>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03907" y="5655284"/>
            <a:ext cx="493409" cy="691869"/>
          </a:xfrm>
          <a:prstGeom prst="rect">
            <a:avLst/>
          </a:prstGeom>
        </p:spPr>
      </p:pic>
      <p:sp>
        <p:nvSpPr>
          <p:cNvPr id="6" name="Date Placeholder 5"/>
          <p:cNvSpPr>
            <a:spLocks noGrp="1"/>
          </p:cNvSpPr>
          <p:nvPr>
            <p:ph type="dt" sz="half" idx="12"/>
          </p:nvPr>
        </p:nvSpPr>
        <p:spPr/>
        <p:txBody>
          <a:bodyPr/>
          <a:lstStyle/>
          <a:p>
            <a:endParaRPr lang="en-GB" dirty="0"/>
          </a:p>
        </p:txBody>
      </p:sp>
      <p:sp>
        <p:nvSpPr>
          <p:cNvPr id="8" name="Slide Number Placeholder 7"/>
          <p:cNvSpPr>
            <a:spLocks noGrp="1"/>
          </p:cNvSpPr>
          <p:nvPr>
            <p:ph type="sldNum" sz="quarter" idx="13"/>
          </p:nvPr>
        </p:nvSpPr>
        <p:spPr/>
        <p:txBody>
          <a:bodyPr/>
          <a:lstStyle/>
          <a:p>
            <a:fld id="{F5AEA0E0-5CC6-4BD0-905C-A0021E419432}" type="slidenum">
              <a:rPr lang="en-GB" smtClean="0"/>
              <a:pPr/>
              <a:t>‹#›</a:t>
            </a:fld>
            <a:endParaRPr lang="en-GB" dirty="0"/>
          </a:p>
        </p:txBody>
      </p:sp>
      <p:pic>
        <p:nvPicPr>
          <p:cNvPr id="17" name="Picture 16">
            <a:extLst>
              <a:ext uri="{FF2B5EF4-FFF2-40B4-BE49-F238E27FC236}">
                <a16:creationId xmlns:a16="http://schemas.microsoft.com/office/drawing/2014/main" id="{FEAFB14E-5F85-464E-80B9-135897ACFF94}"/>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65116" y="5655284"/>
            <a:ext cx="692234" cy="560609"/>
          </a:xfrm>
          <a:prstGeom prst="rect">
            <a:avLst/>
          </a:prstGeom>
          <a:noFill/>
          <a:ln>
            <a:noFill/>
          </a:ln>
        </p:spPr>
      </p:pic>
    </p:spTree>
    <p:extLst>
      <p:ext uri="{BB962C8B-B14F-4D97-AF65-F5344CB8AC3E}">
        <p14:creationId xmlns:p14="http://schemas.microsoft.com/office/powerpoint/2010/main" val="1662876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B">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rgbClr val="3736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hasCustomPrompt="1"/>
          </p:nvPr>
        </p:nvSpPr>
        <p:spPr>
          <a:xfrm>
            <a:off x="403907" y="1122363"/>
            <a:ext cx="5040000" cy="1835208"/>
          </a:xfrm>
        </p:spPr>
        <p:txBody>
          <a:bodyPr anchor="b"/>
          <a:lstStyle>
            <a:lvl1pPr algn="l">
              <a:defRPr sz="4500" b="0">
                <a:solidFill>
                  <a:schemeClr val="bg1"/>
                </a:solidFill>
              </a:defRPr>
            </a:lvl1pPr>
          </a:lstStyle>
          <a:p>
            <a:r>
              <a:rPr lang="en-US" dirty="0"/>
              <a:t>Click to add title</a:t>
            </a:r>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5" name="Footer Placeholder 4"/>
          <p:cNvSpPr>
            <a:spLocks noGrp="1"/>
          </p:cNvSpPr>
          <p:nvPr>
            <p:ph type="ftr" sz="quarter" idx="11"/>
          </p:nvPr>
        </p:nvSpPr>
        <p:spPr/>
        <p:txBody>
          <a:bodyPr/>
          <a:lstStyle>
            <a:lvl1pPr>
              <a:defRPr>
                <a:solidFill>
                  <a:schemeClr val="bg1"/>
                </a:solidFill>
              </a:defRPr>
            </a:lvl1pPr>
          </a:lstStyle>
          <a:p>
            <a:r>
              <a:rPr lang="en-AU"/>
              <a:t>Deakin University CRICOS Provider Code: 00113B</a:t>
            </a:r>
            <a:endParaRPr lang="en-GB"/>
          </a:p>
        </p:txBody>
      </p:sp>
      <p:grpSp>
        <p:nvGrpSpPr>
          <p:cNvPr id="9" name="Group 8">
            <a:extLst>
              <a:ext uri="{FF2B5EF4-FFF2-40B4-BE49-F238E27FC236}">
                <a16:creationId xmlns:a16="http://schemas.microsoft.com/office/drawing/2014/main" id="{C1BCF969-F22E-4363-BD98-B53B34219A98}"/>
              </a:ext>
            </a:extLst>
          </p:cNvPr>
          <p:cNvGrpSpPr/>
          <p:nvPr userDrawn="1"/>
        </p:nvGrpSpPr>
        <p:grpSpPr>
          <a:xfrm>
            <a:off x="6875462" y="0"/>
            <a:ext cx="5316538" cy="6858000"/>
            <a:chOff x="6242051" y="0"/>
            <a:chExt cx="5316538" cy="6858000"/>
          </a:xfrm>
        </p:grpSpPr>
        <p:sp>
          <p:nvSpPr>
            <p:cNvPr id="10" name="Freeform 6">
              <a:extLst>
                <a:ext uri="{FF2B5EF4-FFF2-40B4-BE49-F238E27FC236}">
                  <a16:creationId xmlns:a16="http://schemas.microsoft.com/office/drawing/2014/main" id="{05E60E73-F1E3-409B-9111-F5BDA2C949A4}"/>
                </a:ext>
              </a:extLst>
            </p:cNvPr>
            <p:cNvSpPr>
              <a:spLocks/>
            </p:cNvSpPr>
            <p:nvPr userDrawn="1"/>
          </p:nvSpPr>
          <p:spPr bwMode="auto">
            <a:xfrm>
              <a:off x="6307138" y="0"/>
              <a:ext cx="5251450" cy="4816475"/>
            </a:xfrm>
            <a:custGeom>
              <a:avLst/>
              <a:gdLst>
                <a:gd name="T0" fmla="*/ 8701 w 16628"/>
                <a:gd name="T1" fmla="*/ 15209 h 15209"/>
                <a:gd name="T2" fmla="*/ 8701 w 16628"/>
                <a:gd name="T3" fmla="*/ 15209 h 15209"/>
                <a:gd name="T4" fmla="*/ 16628 w 16628"/>
                <a:gd name="T5" fmla="*/ 10101 h 15209"/>
                <a:gd name="T6" fmla="*/ 16628 w 16628"/>
                <a:gd name="T7" fmla="*/ 0 h 15209"/>
                <a:gd name="T8" fmla="*/ 0 w 16628"/>
                <a:gd name="T9" fmla="*/ 0 h 15209"/>
                <a:gd name="T10" fmla="*/ 0 w 16628"/>
                <a:gd name="T11" fmla="*/ 6508 h 15209"/>
                <a:gd name="T12" fmla="*/ 8701 w 16628"/>
                <a:gd name="T13" fmla="*/ 15209 h 15209"/>
              </a:gdLst>
              <a:ahLst/>
              <a:cxnLst>
                <a:cxn ang="0">
                  <a:pos x="T0" y="T1"/>
                </a:cxn>
                <a:cxn ang="0">
                  <a:pos x="T2" y="T3"/>
                </a:cxn>
                <a:cxn ang="0">
                  <a:pos x="T4" y="T5"/>
                </a:cxn>
                <a:cxn ang="0">
                  <a:pos x="T6" y="T7"/>
                </a:cxn>
                <a:cxn ang="0">
                  <a:pos x="T8" y="T9"/>
                </a:cxn>
                <a:cxn ang="0">
                  <a:pos x="T10" y="T11"/>
                </a:cxn>
                <a:cxn ang="0">
                  <a:pos x="T12" y="T13"/>
                </a:cxn>
              </a:cxnLst>
              <a:rect l="0" t="0" r="r" b="b"/>
              <a:pathLst>
                <a:path w="16628" h="15209">
                  <a:moveTo>
                    <a:pt x="8701" y="15209"/>
                  </a:moveTo>
                  <a:cubicBezTo>
                    <a:pt x="8701" y="15209"/>
                    <a:pt x="8701" y="15209"/>
                    <a:pt x="8701" y="15209"/>
                  </a:cubicBezTo>
                  <a:cubicBezTo>
                    <a:pt x="12225" y="15209"/>
                    <a:pt x="15260" y="13114"/>
                    <a:pt x="16628" y="10101"/>
                  </a:cubicBezTo>
                  <a:cubicBezTo>
                    <a:pt x="16628" y="0"/>
                    <a:pt x="16628" y="0"/>
                    <a:pt x="16628" y="0"/>
                  </a:cubicBezTo>
                  <a:cubicBezTo>
                    <a:pt x="0" y="0"/>
                    <a:pt x="0" y="0"/>
                    <a:pt x="0" y="0"/>
                  </a:cubicBezTo>
                  <a:cubicBezTo>
                    <a:pt x="0" y="6508"/>
                    <a:pt x="0" y="6508"/>
                    <a:pt x="0" y="6508"/>
                  </a:cubicBezTo>
                  <a:cubicBezTo>
                    <a:pt x="0" y="11314"/>
                    <a:pt x="3896" y="15209"/>
                    <a:pt x="8701" y="15209"/>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242051"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a:p>
          </p:txBody>
        </p:sp>
      </p:grpSp>
      <p:pic>
        <p:nvPicPr>
          <p:cNvPr id="14" name="Picture 1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95790" y="3720397"/>
            <a:ext cx="2165745" cy="2165745"/>
          </a:xfrm>
          <a:prstGeom prst="rect">
            <a:avLst/>
          </a:prstGeom>
        </p:spPr>
      </p:pic>
      <p:pic>
        <p:nvPicPr>
          <p:cNvPr id="16" name="Picture 15"/>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403907" y="5655284"/>
            <a:ext cx="493409" cy="691869"/>
          </a:xfrm>
          <a:prstGeom prst="rect">
            <a:avLst/>
          </a:prstGeom>
        </p:spPr>
      </p:pic>
      <p:sp>
        <p:nvSpPr>
          <p:cNvPr id="4" name="Date Placeholder 3"/>
          <p:cNvSpPr>
            <a:spLocks noGrp="1"/>
          </p:cNvSpPr>
          <p:nvPr>
            <p:ph type="dt" sz="half" idx="12"/>
          </p:nvPr>
        </p:nvSpPr>
        <p:spPr/>
        <p:txBody>
          <a:bodyPr/>
          <a:lstStyle/>
          <a:p>
            <a:endParaRPr lang="en-GB" dirty="0"/>
          </a:p>
        </p:txBody>
      </p:sp>
      <p:sp>
        <p:nvSpPr>
          <p:cNvPr id="6" name="Slide Number Placeholder 5"/>
          <p:cNvSpPr>
            <a:spLocks noGrp="1"/>
          </p:cNvSpPr>
          <p:nvPr>
            <p:ph type="sldNum" sz="quarter" idx="13"/>
          </p:nvPr>
        </p:nvSpPr>
        <p:spPr/>
        <p:txBody>
          <a:bodyPr/>
          <a:lstStyle/>
          <a:p>
            <a:fld id="{F5AEA0E0-5CC6-4BD0-905C-A0021E419432}" type="slidenum">
              <a:rPr lang="en-GB" smtClean="0"/>
              <a:pPr/>
              <a:t>‹#›</a:t>
            </a:fld>
            <a:endParaRPr lang="en-GB" dirty="0"/>
          </a:p>
        </p:txBody>
      </p:sp>
      <p:pic>
        <p:nvPicPr>
          <p:cNvPr id="18" name="Picture 17">
            <a:extLst>
              <a:ext uri="{FF2B5EF4-FFF2-40B4-BE49-F238E27FC236}">
                <a16:creationId xmlns:a16="http://schemas.microsoft.com/office/drawing/2014/main" id="{F570FDF9-47BB-4BDB-B7B4-57196BF08FA3}"/>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965116" y="5655284"/>
            <a:ext cx="692234" cy="560609"/>
          </a:xfrm>
          <a:prstGeom prst="rect">
            <a:avLst/>
          </a:prstGeom>
          <a:noFill/>
          <a:ln>
            <a:noFill/>
          </a:ln>
        </p:spPr>
      </p:pic>
    </p:spTree>
    <p:extLst>
      <p:ext uri="{BB962C8B-B14F-4D97-AF65-F5344CB8AC3E}">
        <p14:creationId xmlns:p14="http://schemas.microsoft.com/office/powerpoint/2010/main" val="2608369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C">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01BC1A6-FA88-4814-A368-FA1F0C3E5EF9}"/>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Picture Placeholder 13">
            <a:extLst>
              <a:ext uri="{FF2B5EF4-FFF2-40B4-BE49-F238E27FC236}">
                <a16:creationId xmlns:a16="http://schemas.microsoft.com/office/drawing/2014/main" id="{30A4702B-2D34-4ADF-9BC5-6B1C45BD0F79}"/>
              </a:ext>
            </a:extLst>
          </p:cNvPr>
          <p:cNvSpPr>
            <a:spLocks noGrp="1"/>
          </p:cNvSpPr>
          <p:nvPr>
            <p:ph type="pic" sz="quarter" idx="12"/>
          </p:nvPr>
        </p:nvSpPr>
        <p:spPr>
          <a:xfrm>
            <a:off x="6940548" y="0"/>
            <a:ext cx="5251450" cy="4816475"/>
          </a:xfrm>
          <a:custGeom>
            <a:avLst/>
            <a:gdLst>
              <a:gd name="connsiteX0" fmla="*/ 0 w 5251450"/>
              <a:gd name="connsiteY0" fmla="*/ 0 h 4816475"/>
              <a:gd name="connsiteX1" fmla="*/ 5251450 w 5251450"/>
              <a:gd name="connsiteY1" fmla="*/ 0 h 4816475"/>
              <a:gd name="connsiteX2" fmla="*/ 5251450 w 5251450"/>
              <a:gd name="connsiteY2" fmla="*/ 3198844 h 4816475"/>
              <a:gd name="connsiteX3" fmla="*/ 2747947 w 5251450"/>
              <a:gd name="connsiteY3" fmla="*/ 4816475 h 4816475"/>
              <a:gd name="connsiteX4" fmla="*/ 0 w 5251450"/>
              <a:gd name="connsiteY4" fmla="*/ 2060992 h 4816475"/>
              <a:gd name="connsiteX5" fmla="*/ 0 w 5251450"/>
              <a:gd name="connsiteY5" fmla="*/ 0 h 4816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51450" h="4816475">
                <a:moveTo>
                  <a:pt x="0" y="0"/>
                </a:moveTo>
                <a:cubicBezTo>
                  <a:pt x="0" y="0"/>
                  <a:pt x="0" y="0"/>
                  <a:pt x="5251450" y="0"/>
                </a:cubicBezTo>
                <a:cubicBezTo>
                  <a:pt x="5251450" y="0"/>
                  <a:pt x="5251450" y="0"/>
                  <a:pt x="5251450" y="3198844"/>
                </a:cubicBezTo>
                <a:cubicBezTo>
                  <a:pt x="4819409" y="4153018"/>
                  <a:pt x="3860896" y="4816475"/>
                  <a:pt x="2747947" y="4816475"/>
                </a:cubicBezTo>
                <a:cubicBezTo>
                  <a:pt x="1230434" y="4816475"/>
                  <a:pt x="0" y="3582984"/>
                  <a:pt x="0" y="2060992"/>
                </a:cubicBezTo>
                <a:cubicBezTo>
                  <a:pt x="0" y="2060992"/>
                  <a:pt x="0" y="2060992"/>
                  <a:pt x="0" y="0"/>
                </a:cubicBezTo>
                <a:close/>
              </a:path>
            </a:pathLst>
          </a:custGeom>
          <a:solidFill>
            <a:schemeClr val="accent6">
              <a:lumMod val="90000"/>
            </a:schemeClr>
          </a:solidFill>
        </p:spPr>
        <p:txBody>
          <a:bodyPr wrap="square" lIns="144000" tIns="144000">
            <a:noAutofit/>
          </a:bodyPr>
          <a:lstStyle>
            <a:lvl1pPr>
              <a:defRPr sz="1400">
                <a:solidFill>
                  <a:schemeClr val="bg1"/>
                </a:solidFill>
              </a:defRPr>
            </a:lvl1pPr>
          </a:lstStyle>
          <a:p>
            <a:r>
              <a:rPr lang="en-US"/>
              <a:t>Drag picture to placeholder or click icon to add</a:t>
            </a:r>
            <a:endParaRPr lang="en-GB"/>
          </a:p>
        </p:txBody>
      </p:sp>
      <p:sp>
        <p:nvSpPr>
          <p:cNvPr id="2" name="Title 1"/>
          <p:cNvSpPr>
            <a:spLocks noGrp="1"/>
          </p:cNvSpPr>
          <p:nvPr>
            <p:ph type="ctrTitle" hasCustomPrompt="1"/>
          </p:nvPr>
        </p:nvSpPr>
        <p:spPr>
          <a:xfrm>
            <a:off x="403907" y="1122363"/>
            <a:ext cx="5040000" cy="1835208"/>
          </a:xfrm>
        </p:spPr>
        <p:txBody>
          <a:bodyPr anchor="b"/>
          <a:lstStyle>
            <a:lvl1pPr algn="l">
              <a:defRPr sz="4500" b="0"/>
            </a:lvl1pPr>
          </a:lstStyle>
          <a:p>
            <a:r>
              <a:rPr lang="en-US" dirty="0"/>
              <a:t>Click to add title</a:t>
            </a:r>
            <a:endParaRPr lang="en-GB" dirty="0"/>
          </a:p>
        </p:txBody>
      </p:sp>
      <p:sp>
        <p:nvSpPr>
          <p:cNvPr id="3" name="Subtitle 2"/>
          <p:cNvSpPr>
            <a:spLocks noGrp="1"/>
          </p:cNvSpPr>
          <p:nvPr>
            <p:ph type="subTitle" idx="1" hasCustomPrompt="1"/>
          </p:nvPr>
        </p:nvSpPr>
        <p:spPr>
          <a:xfrm>
            <a:off x="403908" y="3051740"/>
            <a:ext cx="5040000" cy="2206060"/>
          </a:xfrm>
        </p:spPr>
        <p:txBody>
          <a:bodyPr/>
          <a:lstStyle>
            <a:lvl1pPr marL="0" indent="0" algn="l">
              <a:buNone/>
              <a:defRPr sz="25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11" name="Freeform 7">
            <a:extLst>
              <a:ext uri="{FF2B5EF4-FFF2-40B4-BE49-F238E27FC236}">
                <a16:creationId xmlns:a16="http://schemas.microsoft.com/office/drawing/2014/main" id="{5E1EC7C4-B361-4504-AACA-92C6878833E5}"/>
              </a:ext>
            </a:extLst>
          </p:cNvPr>
          <p:cNvSpPr>
            <a:spLocks/>
          </p:cNvSpPr>
          <p:nvPr userDrawn="1"/>
        </p:nvSpPr>
        <p:spPr bwMode="auto">
          <a:xfrm>
            <a:off x="6875462" y="4870450"/>
            <a:ext cx="5316538" cy="1987550"/>
          </a:xfrm>
          <a:custGeom>
            <a:avLst/>
            <a:gdLst>
              <a:gd name="T0" fmla="*/ 8906 w 16833"/>
              <a:gd name="T1" fmla="*/ 0 h 6279"/>
              <a:gd name="T2" fmla="*/ 0 w 16833"/>
              <a:gd name="T3" fmla="*/ 6279 h 6279"/>
              <a:gd name="T4" fmla="*/ 16833 w 16833"/>
              <a:gd name="T5" fmla="*/ 6279 h 6279"/>
              <a:gd name="T6" fmla="*/ 16833 w 16833"/>
              <a:gd name="T7" fmla="*/ 4302 h 6279"/>
              <a:gd name="T8" fmla="*/ 8906 w 16833"/>
              <a:gd name="T9" fmla="*/ 0 h 6279"/>
            </a:gdLst>
            <a:ahLst/>
            <a:cxnLst>
              <a:cxn ang="0">
                <a:pos x="T0" y="T1"/>
              </a:cxn>
              <a:cxn ang="0">
                <a:pos x="T2" y="T3"/>
              </a:cxn>
              <a:cxn ang="0">
                <a:pos x="T4" y="T5"/>
              </a:cxn>
              <a:cxn ang="0">
                <a:pos x="T6" y="T7"/>
              </a:cxn>
              <a:cxn ang="0">
                <a:pos x="T8" y="T9"/>
              </a:cxn>
            </a:cxnLst>
            <a:rect l="0" t="0" r="r" b="b"/>
            <a:pathLst>
              <a:path w="16833" h="6279">
                <a:moveTo>
                  <a:pt x="8906" y="0"/>
                </a:moveTo>
                <a:cubicBezTo>
                  <a:pt x="4799" y="0"/>
                  <a:pt x="1304" y="2619"/>
                  <a:pt x="0" y="6279"/>
                </a:cubicBezTo>
                <a:cubicBezTo>
                  <a:pt x="16833" y="6279"/>
                  <a:pt x="16833" y="6279"/>
                  <a:pt x="16833" y="6279"/>
                </a:cubicBezTo>
                <a:cubicBezTo>
                  <a:pt x="16833" y="4302"/>
                  <a:pt x="16833" y="4302"/>
                  <a:pt x="16833" y="4302"/>
                </a:cubicBezTo>
                <a:cubicBezTo>
                  <a:pt x="15147" y="1712"/>
                  <a:pt x="12227" y="0"/>
                  <a:pt x="8906" y="0"/>
                </a:cubicBez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endParaRPr lang="en-GB"/>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47401" y="3644806"/>
            <a:ext cx="2219419" cy="2219419"/>
          </a:xfrm>
          <a:prstGeom prst="rect">
            <a:avLst/>
          </a:prstGeom>
        </p:spPr>
      </p:pic>
      <p:sp>
        <p:nvSpPr>
          <p:cNvPr id="4" name="Date Placeholder 3"/>
          <p:cNvSpPr>
            <a:spLocks noGrp="1"/>
          </p:cNvSpPr>
          <p:nvPr>
            <p:ph type="dt" sz="half" idx="13"/>
          </p:nvPr>
        </p:nvSpPr>
        <p:spPr/>
        <p:txBody>
          <a:bodyPr/>
          <a:lstStyle/>
          <a:p>
            <a:endParaRPr lang="en-GB" dirty="0"/>
          </a:p>
        </p:txBody>
      </p:sp>
      <p:sp>
        <p:nvSpPr>
          <p:cNvPr id="6" name="Slide Number Placeholder 5"/>
          <p:cNvSpPr>
            <a:spLocks noGrp="1"/>
          </p:cNvSpPr>
          <p:nvPr>
            <p:ph type="sldNum" sz="quarter" idx="14"/>
          </p:nvPr>
        </p:nvSpPr>
        <p:spPr/>
        <p:txBody>
          <a:bodyPr/>
          <a:lstStyle/>
          <a:p>
            <a:fld id="{F5AEA0E0-5CC6-4BD0-905C-A0021E419432}" type="slidenum">
              <a:rPr lang="en-GB" smtClean="0"/>
              <a:pPr/>
              <a:t>‹#›</a:t>
            </a:fld>
            <a:endParaRPr lang="en-GB" dirty="0"/>
          </a:p>
        </p:txBody>
      </p:sp>
      <p:pic>
        <p:nvPicPr>
          <p:cNvPr id="15" name="Picture 14"/>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41028" y="5720459"/>
            <a:ext cx="493409" cy="691869"/>
          </a:xfrm>
          <a:prstGeom prst="rect">
            <a:avLst/>
          </a:prstGeom>
        </p:spPr>
      </p:pic>
      <p:pic>
        <p:nvPicPr>
          <p:cNvPr id="17" name="Picture 16">
            <a:extLst>
              <a:ext uri="{FF2B5EF4-FFF2-40B4-BE49-F238E27FC236}">
                <a16:creationId xmlns:a16="http://schemas.microsoft.com/office/drawing/2014/main" id="{377DFA6C-D1D7-4D18-8C5D-CE7EAFAA5772}"/>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18456" y="5723039"/>
            <a:ext cx="692234" cy="560609"/>
          </a:xfrm>
          <a:prstGeom prst="rect">
            <a:avLst/>
          </a:prstGeom>
          <a:noFill/>
          <a:ln>
            <a:noFill/>
          </a:ln>
        </p:spPr>
      </p:pic>
    </p:spTree>
    <p:extLst>
      <p:ext uri="{BB962C8B-B14F-4D97-AF65-F5344CB8AC3E}">
        <p14:creationId xmlns:p14="http://schemas.microsoft.com/office/powerpoint/2010/main" val="1343746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Slide A">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0474969-1787-479A-924E-1D2D1F2AE7AC}"/>
              </a:ext>
            </a:extLst>
          </p:cNvPr>
          <p:cNvSpPr/>
          <p:nvPr userDrawn="1"/>
        </p:nvSpPr>
        <p:spPr>
          <a:xfrm>
            <a:off x="0" y="0"/>
            <a:ext cx="1219199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Picture Placeholder 29">
            <a:extLst>
              <a:ext uri="{FF2B5EF4-FFF2-40B4-BE49-F238E27FC236}">
                <a16:creationId xmlns:a16="http://schemas.microsoft.com/office/drawing/2014/main" id="{E7AE052A-B77F-4049-9BBA-BEC841AE0D99}"/>
              </a:ext>
            </a:extLst>
          </p:cNvPr>
          <p:cNvSpPr>
            <a:spLocks noGrp="1"/>
          </p:cNvSpPr>
          <p:nvPr>
            <p:ph type="pic" sz="quarter" idx="14" hasCustomPrompt="1"/>
          </p:nvPr>
        </p:nvSpPr>
        <p:spPr>
          <a:xfrm>
            <a:off x="8326436" y="601980"/>
            <a:ext cx="3865565" cy="5657444"/>
          </a:xfrm>
          <a:custGeom>
            <a:avLst/>
            <a:gdLst>
              <a:gd name="connsiteX0" fmla="*/ 2632641 w 3865565"/>
              <a:gd name="connsiteY0" fmla="*/ 0 h 5657444"/>
              <a:gd name="connsiteX1" fmla="*/ 3039129 w 3865565"/>
              <a:gd name="connsiteY1" fmla="*/ 0 h 5657444"/>
              <a:gd name="connsiteX2" fmla="*/ 3830041 w 3865565"/>
              <a:gd name="connsiteY2" fmla="*/ 172187 h 5657444"/>
              <a:gd name="connsiteX3" fmla="*/ 3865565 w 3865565"/>
              <a:gd name="connsiteY3" fmla="*/ 186581 h 5657444"/>
              <a:gd name="connsiteX4" fmla="*/ 3865565 w 3865565"/>
              <a:gd name="connsiteY4" fmla="*/ 5462255 h 5657444"/>
              <a:gd name="connsiteX5" fmla="*/ 3760710 w 3865565"/>
              <a:gd name="connsiteY5" fmla="*/ 5502445 h 5657444"/>
              <a:gd name="connsiteX6" fmla="*/ 2835885 w 3865565"/>
              <a:gd name="connsiteY6" fmla="*/ 5657444 h 5657444"/>
              <a:gd name="connsiteX7" fmla="*/ 0 w 3865565"/>
              <a:gd name="connsiteY7" fmla="*/ 2825551 h 5657444"/>
              <a:gd name="connsiteX8" fmla="*/ 2632641 w 3865565"/>
              <a:gd name="connsiteY8" fmla="*/ 0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65565" h="5657444">
                <a:moveTo>
                  <a:pt x="2632641" y="0"/>
                </a:moveTo>
                <a:lnTo>
                  <a:pt x="3039129" y="0"/>
                </a:lnTo>
                <a:cubicBezTo>
                  <a:pt x="3315017" y="19820"/>
                  <a:pt x="3580980" y="79280"/>
                  <a:pt x="3830041" y="172187"/>
                </a:cubicBezTo>
                <a:lnTo>
                  <a:pt x="3865565" y="186581"/>
                </a:lnTo>
                <a:lnTo>
                  <a:pt x="3865565" y="5462255"/>
                </a:lnTo>
                <a:lnTo>
                  <a:pt x="3760710" y="5502445"/>
                </a:lnTo>
                <a:cubicBezTo>
                  <a:pt x="3470525" y="5602939"/>
                  <a:pt x="3159407" y="5657444"/>
                  <a:pt x="2835885" y="5657444"/>
                </a:cubicBezTo>
                <a:cubicBezTo>
                  <a:pt x="1270273" y="5657444"/>
                  <a:pt x="0" y="4388959"/>
                  <a:pt x="0" y="2825551"/>
                </a:cubicBezTo>
                <a:cubicBezTo>
                  <a:pt x="0" y="1328738"/>
                  <a:pt x="1162300" y="104650"/>
                  <a:pt x="2632641" y="0"/>
                </a:cubicBezTo>
                <a:close/>
              </a:path>
            </a:pathLst>
          </a:custGeom>
          <a:solidFill>
            <a:schemeClr val="bg1">
              <a:lumMod val="75000"/>
            </a:schemeClr>
          </a:solidFill>
        </p:spPr>
        <p:txBody>
          <a:bodyPr wrap="square" tIns="1548000">
            <a:noAutofit/>
          </a:bodyPr>
          <a:lstStyle>
            <a:lvl1pPr algn="ctr">
              <a:defRPr sz="1400">
                <a:solidFill>
                  <a:schemeClr val="bg1"/>
                </a:solidFill>
              </a:defRPr>
            </a:lvl1pPr>
          </a:lstStyle>
          <a:p>
            <a:r>
              <a:rPr lang="en-AU" sz="1400" dirty="0"/>
              <a:t>Click Icon to Add Image</a:t>
            </a:r>
            <a:endParaRPr lang="en-AU" dirty="0"/>
          </a:p>
        </p:txBody>
      </p:sp>
      <p:sp>
        <p:nvSpPr>
          <p:cNvPr id="19" name="Freeform: Shape 18">
            <a:extLst>
              <a:ext uri="{FF2B5EF4-FFF2-40B4-BE49-F238E27FC236}">
                <a16:creationId xmlns:a16="http://schemas.microsoft.com/office/drawing/2014/main" id="{AC22E693-5B73-479C-B297-AC021617C7C9}"/>
              </a:ext>
            </a:extLst>
          </p:cNvPr>
          <p:cNvSpPr>
            <a:spLocks/>
          </p:cNvSpPr>
          <p:nvPr userDrawn="1"/>
        </p:nvSpPr>
        <p:spPr bwMode="auto">
          <a:xfrm>
            <a:off x="0" y="601980"/>
            <a:ext cx="8245719" cy="5657444"/>
          </a:xfrm>
          <a:custGeom>
            <a:avLst/>
            <a:gdLst>
              <a:gd name="connsiteX0" fmla="*/ 0 w 8245719"/>
              <a:gd name="connsiteY0" fmla="*/ 0 h 5657444"/>
              <a:gd name="connsiteX1" fmla="*/ 2413221 w 8245719"/>
              <a:gd name="connsiteY1" fmla="*/ 0 h 5657444"/>
              <a:gd name="connsiteX2" fmla="*/ 2560722 w 8245719"/>
              <a:gd name="connsiteY2" fmla="*/ 0 h 5657444"/>
              <a:gd name="connsiteX3" fmla="*/ 2686080 w 8245719"/>
              <a:gd name="connsiteY3" fmla="*/ 0 h 5657444"/>
              <a:gd name="connsiteX4" fmla="*/ 5416593 w 8245719"/>
              <a:gd name="connsiteY4" fmla="*/ 0 h 5657444"/>
              <a:gd name="connsiteX5" fmla="*/ 8245719 w 8245719"/>
              <a:gd name="connsiteY5" fmla="*/ 2828722 h 5657444"/>
              <a:gd name="connsiteX6" fmla="*/ 5416593 w 8245719"/>
              <a:gd name="connsiteY6" fmla="*/ 5657444 h 5657444"/>
              <a:gd name="connsiteX7" fmla="*/ 2571602 w 8245719"/>
              <a:gd name="connsiteY7" fmla="*/ 5657444 h 5657444"/>
              <a:gd name="connsiteX8" fmla="*/ 2560722 w 8245719"/>
              <a:gd name="connsiteY8" fmla="*/ 5657444 h 5657444"/>
              <a:gd name="connsiteX9" fmla="*/ 2504877 w 8245719"/>
              <a:gd name="connsiteY9" fmla="*/ 5657444 h 5657444"/>
              <a:gd name="connsiteX10" fmla="*/ 2413221 w 8245719"/>
              <a:gd name="connsiteY10" fmla="*/ 5657444 h 5657444"/>
              <a:gd name="connsiteX11" fmla="*/ 0 w 8245719"/>
              <a:gd name="connsiteY11" fmla="*/ 5657444 h 5657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245719" h="5657444">
                <a:moveTo>
                  <a:pt x="0" y="0"/>
                </a:moveTo>
                <a:lnTo>
                  <a:pt x="2413221" y="0"/>
                </a:lnTo>
                <a:lnTo>
                  <a:pt x="2560722" y="0"/>
                </a:lnTo>
                <a:lnTo>
                  <a:pt x="2686080" y="0"/>
                </a:lnTo>
                <a:cubicBezTo>
                  <a:pt x="5416593" y="0"/>
                  <a:pt x="5416593" y="0"/>
                  <a:pt x="5416593" y="0"/>
                </a:cubicBezTo>
                <a:cubicBezTo>
                  <a:pt x="6978474" y="0"/>
                  <a:pt x="8245719" y="1267065"/>
                  <a:pt x="8245719" y="2828722"/>
                </a:cubicBezTo>
                <a:cubicBezTo>
                  <a:pt x="8245719" y="4390380"/>
                  <a:pt x="6978474" y="5657444"/>
                  <a:pt x="5416593" y="5657444"/>
                </a:cubicBezTo>
                <a:cubicBezTo>
                  <a:pt x="3539486" y="5657444"/>
                  <a:pt x="2835570" y="5657444"/>
                  <a:pt x="2571602" y="5657444"/>
                </a:cubicBezTo>
                <a:lnTo>
                  <a:pt x="2560722" y="5657444"/>
                </a:lnTo>
                <a:lnTo>
                  <a:pt x="2504877" y="5657444"/>
                </a:lnTo>
                <a:cubicBezTo>
                  <a:pt x="2413221" y="5657444"/>
                  <a:pt x="2413221" y="5657444"/>
                  <a:pt x="2413221" y="5657444"/>
                </a:cubicBezTo>
                <a:lnTo>
                  <a:pt x="0" y="5657444"/>
                </a:lnTo>
                <a:close/>
              </a:path>
            </a:pathLst>
          </a:custGeom>
          <a:solidFill>
            <a:schemeClr val="tx2"/>
          </a:solidFill>
          <a:ln>
            <a:noFill/>
          </a:ln>
        </p:spPr>
        <p:txBody>
          <a:bodyPr vert="horz" wrap="square" lIns="91440" tIns="45720" rIns="91440" bIns="45720" numCol="1" anchor="t" anchorCtr="0" compatLnSpc="1">
            <a:prstTxWarp prst="textNoShape">
              <a:avLst/>
            </a:prstTxWarp>
            <a:noAutofit/>
          </a:bodyPr>
          <a:lstStyle/>
          <a:p>
            <a:endParaRPr lang="en-AU"/>
          </a:p>
        </p:txBody>
      </p:sp>
      <p:sp>
        <p:nvSpPr>
          <p:cNvPr id="2" name="Title 1"/>
          <p:cNvSpPr>
            <a:spLocks noGrp="1"/>
          </p:cNvSpPr>
          <p:nvPr userDrawn="1">
            <p:ph type="title" hasCustomPrompt="1"/>
          </p:nvPr>
        </p:nvSpPr>
        <p:spPr>
          <a:xfrm>
            <a:off x="585538" y="1693697"/>
            <a:ext cx="6039852" cy="1490662"/>
          </a:xfrm>
        </p:spPr>
        <p:txBody>
          <a:bodyPr anchor="b"/>
          <a:lstStyle>
            <a:lvl1pPr>
              <a:defRPr sz="4500" b="0">
                <a:solidFill>
                  <a:schemeClr val="bg1"/>
                </a:solidFill>
              </a:defRPr>
            </a:lvl1pPr>
          </a:lstStyle>
          <a:p>
            <a:r>
              <a:rPr lang="en-US" dirty="0"/>
              <a:t>Click to add title</a:t>
            </a:r>
            <a:endParaRPr lang="en-GB" dirty="0"/>
          </a:p>
        </p:txBody>
      </p:sp>
      <p:sp>
        <p:nvSpPr>
          <p:cNvPr id="5" name="Footer Placeholder 4"/>
          <p:cNvSpPr>
            <a:spLocks noGrp="1"/>
          </p:cNvSpPr>
          <p:nvPr userDrawn="1">
            <p:ph type="ftr" sz="quarter" idx="11"/>
          </p:nvPr>
        </p:nvSpPr>
        <p:spPr/>
        <p:txBody>
          <a:bodyPr/>
          <a:lstStyle/>
          <a:p>
            <a:r>
              <a:rPr lang="en-AU"/>
              <a:t>Deakin University CRICOS Provider Code: 00113B</a:t>
            </a:r>
            <a:endParaRPr lang="en-GB"/>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3212433"/>
            <a:ext cx="604043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endParaRPr lang="en-US"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76368" y="2319290"/>
            <a:ext cx="2219419" cy="2219419"/>
          </a:xfrm>
          <a:prstGeom prst="rect">
            <a:avLst/>
          </a:prstGeom>
        </p:spPr>
      </p:pic>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pic>
        <p:nvPicPr>
          <p:cNvPr id="13" name="Picture 12"/>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246046" y="5520909"/>
            <a:ext cx="493409" cy="691869"/>
          </a:xfrm>
          <a:prstGeom prst="rect">
            <a:avLst/>
          </a:prstGeom>
        </p:spPr>
      </p:pic>
      <p:pic>
        <p:nvPicPr>
          <p:cNvPr id="15" name="Picture 14">
            <a:extLst>
              <a:ext uri="{FF2B5EF4-FFF2-40B4-BE49-F238E27FC236}">
                <a16:creationId xmlns:a16="http://schemas.microsoft.com/office/drawing/2014/main" id="{28A6ED2C-17FA-4431-93FF-2FFAA72F26E9}"/>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818456" y="5514179"/>
            <a:ext cx="692234" cy="560609"/>
          </a:xfrm>
          <a:prstGeom prst="rect">
            <a:avLst/>
          </a:prstGeom>
          <a:noFill/>
          <a:ln>
            <a:noFill/>
          </a:ln>
        </p:spPr>
      </p:pic>
    </p:spTree>
    <p:extLst>
      <p:ext uri="{BB962C8B-B14F-4D97-AF65-F5344CB8AC3E}">
        <p14:creationId xmlns:p14="http://schemas.microsoft.com/office/powerpoint/2010/main" val="3635030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Slide B">
    <p:spTree>
      <p:nvGrpSpPr>
        <p:cNvPr id="1" name=""/>
        <p:cNvGrpSpPr/>
        <p:nvPr/>
      </p:nvGrpSpPr>
      <p:grpSpPr>
        <a:xfrm>
          <a:off x="0" y="0"/>
          <a:ext cx="0" cy="0"/>
          <a:chOff x="0" y="0"/>
          <a:chExt cx="0" cy="0"/>
        </a:xfrm>
      </p:grpSpPr>
      <p:sp>
        <p:nvSpPr>
          <p:cNvPr id="52" name="Rectangle 51">
            <a:extLst>
              <a:ext uri="{FF2B5EF4-FFF2-40B4-BE49-F238E27FC236}">
                <a16:creationId xmlns:a16="http://schemas.microsoft.com/office/drawing/2014/main" id="{67BA4DE8-38D7-442D-A110-51B4EF65A77C}"/>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3" name="Picture Placeholder 52">
            <a:extLst>
              <a:ext uri="{FF2B5EF4-FFF2-40B4-BE49-F238E27FC236}">
                <a16:creationId xmlns:a16="http://schemas.microsoft.com/office/drawing/2014/main" id="{A8485562-E630-4C57-98C3-B101EF15FC6C}"/>
              </a:ext>
            </a:extLst>
          </p:cNvPr>
          <p:cNvSpPr>
            <a:spLocks noGrp="1"/>
          </p:cNvSpPr>
          <p:nvPr>
            <p:ph type="pic" sz="quarter" idx="14" hasCustomPrompt="1"/>
          </p:nvPr>
        </p:nvSpPr>
        <p:spPr>
          <a:xfrm>
            <a:off x="2769693" y="0"/>
            <a:ext cx="9422307" cy="6858000"/>
          </a:xfrm>
          <a:custGeom>
            <a:avLst/>
            <a:gdLst>
              <a:gd name="connsiteX0" fmla="*/ 3980197 w 9422307"/>
              <a:gd name="connsiteY0" fmla="*/ 0 h 6858000"/>
              <a:gd name="connsiteX1" fmla="*/ 9422307 w 9422307"/>
              <a:gd name="connsiteY1" fmla="*/ 0 h 6858000"/>
              <a:gd name="connsiteX2" fmla="*/ 9422307 w 9422307"/>
              <a:gd name="connsiteY2" fmla="*/ 6858000 h 6858000"/>
              <a:gd name="connsiteX3" fmla="*/ 0 w 9422307"/>
              <a:gd name="connsiteY3" fmla="*/ 6858000 h 6858000"/>
              <a:gd name="connsiteX4" fmla="*/ 1570767 w 9422307"/>
              <a:gd name="connsiteY4" fmla="*/ 4150214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2307" h="6858000">
                <a:moveTo>
                  <a:pt x="3980197" y="0"/>
                </a:moveTo>
                <a:lnTo>
                  <a:pt x="9422307" y="0"/>
                </a:lnTo>
                <a:lnTo>
                  <a:pt x="9422307" y="6858000"/>
                </a:lnTo>
                <a:lnTo>
                  <a:pt x="0" y="6858000"/>
                </a:lnTo>
                <a:lnTo>
                  <a:pt x="1570767" y="4150214"/>
                </a:lnTo>
                <a:close/>
              </a:path>
            </a:pathLst>
          </a:custGeom>
          <a:solidFill>
            <a:schemeClr val="bg1">
              <a:lumMod val="75000"/>
            </a:schemeClr>
          </a:solidFill>
        </p:spPr>
        <p:txBody>
          <a:bodyPr wrap="square" tIns="144000" rIns="180000">
            <a:noAutofit/>
          </a:bodyPr>
          <a:lstStyle>
            <a:lvl1pPr algn="r">
              <a:defRPr sz="1400">
                <a:solidFill>
                  <a:schemeClr val="bg1"/>
                </a:solidFill>
              </a:defRPr>
            </a:lvl1pPr>
          </a:lstStyle>
          <a:p>
            <a:r>
              <a:rPr lang="en-AU" dirty="0"/>
              <a:t>Click Icon to Add Image</a:t>
            </a:r>
          </a:p>
        </p:txBody>
      </p:sp>
      <p:sp>
        <p:nvSpPr>
          <p:cNvPr id="5" name="Footer Placeholder 4"/>
          <p:cNvSpPr>
            <a:spLocks noGrp="1"/>
          </p:cNvSpPr>
          <p:nvPr userDrawn="1">
            <p:ph type="ftr" sz="quarter" idx="11"/>
          </p:nvPr>
        </p:nvSpPr>
        <p:spPr>
          <a:xfrm>
            <a:off x="3022977" y="6538912"/>
            <a:ext cx="6624000" cy="204248"/>
          </a:xfrm>
        </p:spPr>
        <p:txBody>
          <a:bodyPr/>
          <a:lstStyle/>
          <a:p>
            <a:r>
              <a:rPr lang="en-AU"/>
              <a:t>Deakin University CRICOS Provider Code: 00113B</a:t>
            </a:r>
            <a:endParaRPr lang="en-GB"/>
          </a:p>
        </p:txBody>
      </p:sp>
      <p:sp>
        <p:nvSpPr>
          <p:cNvPr id="11" name="Text Placeholder 5">
            <a:extLst>
              <a:ext uri="{FF2B5EF4-FFF2-40B4-BE49-F238E27FC236}">
                <a16:creationId xmlns:a16="http://schemas.microsoft.com/office/drawing/2014/main" id="{B36ACC5A-D2CF-40E7-8984-09E0560FD4B7}"/>
              </a:ext>
            </a:extLst>
          </p:cNvPr>
          <p:cNvSpPr>
            <a:spLocks noGrp="1"/>
          </p:cNvSpPr>
          <p:nvPr userDrawn="1">
            <p:ph type="body" sz="quarter" idx="13" hasCustomPrompt="1"/>
          </p:nvPr>
        </p:nvSpPr>
        <p:spPr>
          <a:xfrm>
            <a:off x="584954" y="2074841"/>
            <a:ext cx="4952246" cy="2117140"/>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44" name="Freeform: Shape 43">
            <a:extLst>
              <a:ext uri="{FF2B5EF4-FFF2-40B4-BE49-F238E27FC236}">
                <a16:creationId xmlns:a16="http://schemas.microsoft.com/office/drawing/2014/main" id="{97A055C5-456B-4769-A5F8-9C3D2A1ADEE2}"/>
              </a:ext>
            </a:extLst>
          </p:cNvPr>
          <p:cNvSpPr/>
          <p:nvPr userDrawn="1"/>
        </p:nvSpPr>
        <p:spPr>
          <a:xfrm>
            <a:off x="1" y="5265083"/>
            <a:ext cx="924688" cy="1596583"/>
          </a:xfrm>
          <a:custGeom>
            <a:avLst/>
            <a:gdLst>
              <a:gd name="connsiteX0" fmla="*/ 0 w 924688"/>
              <a:gd name="connsiteY0" fmla="*/ 0 h 1596583"/>
              <a:gd name="connsiteX1" fmla="*/ 924688 w 924688"/>
              <a:gd name="connsiteY1" fmla="*/ 1596583 h 1596583"/>
              <a:gd name="connsiteX2" fmla="*/ 0 w 924688"/>
              <a:gd name="connsiteY2" fmla="*/ 1596583 h 1596583"/>
              <a:gd name="connsiteX3" fmla="*/ 0 w 924688"/>
              <a:gd name="connsiteY3" fmla="*/ 0 h 1596583"/>
            </a:gdLst>
            <a:ahLst/>
            <a:cxnLst>
              <a:cxn ang="0">
                <a:pos x="connsiteX0" y="connsiteY0"/>
              </a:cxn>
              <a:cxn ang="0">
                <a:pos x="connsiteX1" y="connsiteY1"/>
              </a:cxn>
              <a:cxn ang="0">
                <a:pos x="connsiteX2" y="connsiteY2"/>
              </a:cxn>
              <a:cxn ang="0">
                <a:pos x="connsiteX3" y="connsiteY3"/>
              </a:cxn>
            </a:cxnLst>
            <a:rect l="l" t="t" r="r" b="b"/>
            <a:pathLst>
              <a:path w="924688" h="1596583">
                <a:moveTo>
                  <a:pt x="0" y="0"/>
                </a:moveTo>
                <a:lnTo>
                  <a:pt x="924688" y="1596583"/>
                </a:lnTo>
                <a:lnTo>
                  <a:pt x="0" y="1596583"/>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p:cNvSpPr>
            <a:spLocks noGrp="1"/>
          </p:cNvSpPr>
          <p:nvPr userDrawn="1">
            <p:ph type="title" hasCustomPrompt="1"/>
          </p:nvPr>
        </p:nvSpPr>
        <p:spPr>
          <a:xfrm>
            <a:off x="585538" y="838201"/>
            <a:ext cx="4951662" cy="1152194"/>
          </a:xfrm>
        </p:spPr>
        <p:txBody>
          <a:bodyPr anchor="b"/>
          <a:lstStyle>
            <a:lvl1pPr>
              <a:defRPr sz="4500" b="0">
                <a:solidFill>
                  <a:schemeClr val="bg1"/>
                </a:solidFill>
              </a:defRPr>
            </a:lvl1pPr>
          </a:lstStyle>
          <a:p>
            <a:r>
              <a:rPr lang="en-US" dirty="0"/>
              <a:t>Click to add title</a:t>
            </a:r>
            <a:endParaRPr lang="en-GB" dirty="0"/>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8685" y="5476247"/>
            <a:ext cx="1381280" cy="1381280"/>
          </a:xfrm>
          <a:prstGeom prst="rect">
            <a:avLst/>
          </a:prstGeom>
        </p:spPr>
      </p:pic>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pic>
        <p:nvPicPr>
          <p:cNvPr id="14" name="Picture 13"/>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493489" y="5862162"/>
            <a:ext cx="493303" cy="691869"/>
          </a:xfrm>
          <a:prstGeom prst="rect">
            <a:avLst/>
          </a:prstGeom>
        </p:spPr>
      </p:pic>
      <p:pic>
        <p:nvPicPr>
          <p:cNvPr id="15" name="Picture 14">
            <a:extLst>
              <a:ext uri="{FF2B5EF4-FFF2-40B4-BE49-F238E27FC236}">
                <a16:creationId xmlns:a16="http://schemas.microsoft.com/office/drawing/2014/main" id="{C288D6FA-AAAA-48B9-A966-87D17ABA5977}"/>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114417" y="5872248"/>
            <a:ext cx="692234" cy="560609"/>
          </a:xfrm>
          <a:prstGeom prst="rect">
            <a:avLst/>
          </a:prstGeom>
          <a:noFill/>
          <a:ln>
            <a:noFill/>
          </a:ln>
        </p:spPr>
      </p:pic>
    </p:spTree>
    <p:extLst>
      <p:ext uri="{BB962C8B-B14F-4D97-AF65-F5344CB8AC3E}">
        <p14:creationId xmlns:p14="http://schemas.microsoft.com/office/powerpoint/2010/main" val="2972362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Slide C">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A8479152-EC59-4E85-860A-7F94ED52F8B1}"/>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Picture Placeholder 28">
            <a:extLst>
              <a:ext uri="{FF2B5EF4-FFF2-40B4-BE49-F238E27FC236}">
                <a16:creationId xmlns:a16="http://schemas.microsoft.com/office/drawing/2014/main" id="{16C46A4B-C7F3-48A4-A48B-242F24F3CC97}"/>
              </a:ext>
            </a:extLst>
          </p:cNvPr>
          <p:cNvSpPr>
            <a:spLocks noGrp="1"/>
          </p:cNvSpPr>
          <p:nvPr>
            <p:ph type="pic" sz="quarter" idx="17"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6259424 h 6858000"/>
              <a:gd name="connsiteX5" fmla="*/ 2153 w 12192000"/>
              <a:gd name="connsiteY5" fmla="*/ 6259424 h 6858000"/>
              <a:gd name="connsiteX6" fmla="*/ 82352 w 12192000"/>
              <a:gd name="connsiteY6" fmla="*/ 6259424 h 6858000"/>
              <a:gd name="connsiteX7" fmla="*/ 138197 w 12192000"/>
              <a:gd name="connsiteY7" fmla="*/ 6259424 h 6858000"/>
              <a:gd name="connsiteX8" fmla="*/ 149077 w 12192000"/>
              <a:gd name="connsiteY8" fmla="*/ 6259424 h 6858000"/>
              <a:gd name="connsiteX9" fmla="*/ 2994068 w 12192000"/>
              <a:gd name="connsiteY9" fmla="*/ 6259424 h 6858000"/>
              <a:gd name="connsiteX10" fmla="*/ 5823194 w 12192000"/>
              <a:gd name="connsiteY10" fmla="*/ 3430702 h 6858000"/>
              <a:gd name="connsiteX11" fmla="*/ 2994068 w 12192000"/>
              <a:gd name="connsiteY11" fmla="*/ 601980 h 6858000"/>
              <a:gd name="connsiteX12" fmla="*/ 263555 w 12192000"/>
              <a:gd name="connsiteY12" fmla="*/ 601980 h 6858000"/>
              <a:gd name="connsiteX13" fmla="*/ 138197 w 12192000"/>
              <a:gd name="connsiteY13" fmla="*/ 601980 h 6858000"/>
              <a:gd name="connsiteX14" fmla="*/ 0 w 12192000"/>
              <a:gd name="connsiteY14" fmla="*/ 60198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2192000" h="6858000">
                <a:moveTo>
                  <a:pt x="0" y="0"/>
                </a:moveTo>
                <a:lnTo>
                  <a:pt x="12192000" y="0"/>
                </a:lnTo>
                <a:lnTo>
                  <a:pt x="12192000" y="6858000"/>
                </a:lnTo>
                <a:lnTo>
                  <a:pt x="0" y="6858000"/>
                </a:lnTo>
                <a:lnTo>
                  <a:pt x="0" y="6259424"/>
                </a:lnTo>
                <a:lnTo>
                  <a:pt x="2153" y="6259424"/>
                </a:lnTo>
                <a:cubicBezTo>
                  <a:pt x="13610" y="6259424"/>
                  <a:pt x="36524" y="6259424"/>
                  <a:pt x="82352" y="6259424"/>
                </a:cubicBezTo>
                <a:lnTo>
                  <a:pt x="138197" y="6259424"/>
                </a:lnTo>
                <a:lnTo>
                  <a:pt x="149077" y="6259424"/>
                </a:lnTo>
                <a:cubicBezTo>
                  <a:pt x="413045" y="6259424"/>
                  <a:pt x="1116961" y="6259424"/>
                  <a:pt x="2994068" y="6259424"/>
                </a:cubicBezTo>
                <a:cubicBezTo>
                  <a:pt x="4555949" y="6259424"/>
                  <a:pt x="5823194" y="4992360"/>
                  <a:pt x="5823194" y="3430702"/>
                </a:cubicBezTo>
                <a:cubicBezTo>
                  <a:pt x="5823194" y="1869045"/>
                  <a:pt x="4555949" y="601980"/>
                  <a:pt x="2994068" y="601980"/>
                </a:cubicBezTo>
                <a:cubicBezTo>
                  <a:pt x="2994068" y="601980"/>
                  <a:pt x="2994068" y="601980"/>
                  <a:pt x="263555" y="601980"/>
                </a:cubicBezTo>
                <a:lnTo>
                  <a:pt x="138197" y="601980"/>
                </a:lnTo>
                <a:lnTo>
                  <a:pt x="0" y="601980"/>
                </a:lnTo>
                <a:close/>
              </a:path>
            </a:pathLst>
          </a:custGeom>
          <a:solidFill>
            <a:schemeClr val="bg1">
              <a:lumMod val="75000"/>
            </a:schemeClr>
          </a:solidFill>
        </p:spPr>
        <p:txBody>
          <a:bodyPr wrap="square" tIns="144000" rIns="144000">
            <a:noAutofit/>
          </a:bodyPr>
          <a:lstStyle>
            <a:lvl1pPr algn="l">
              <a:defRPr sz="1400">
                <a:solidFill>
                  <a:schemeClr val="bg1"/>
                </a:solidFill>
              </a:defRPr>
            </a:lvl1pPr>
          </a:lstStyle>
          <a:p>
            <a:r>
              <a:rPr lang="en-AU" sz="1400" dirty="0"/>
              <a:t>Drag and drop image form a folder, or click on the placeholder and select ‘Insert \ Images’</a:t>
            </a:r>
            <a:endParaRPr lang="en-AU"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577597"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a:spcBef>
                <a:spcPts val="0"/>
              </a:spcBef>
              <a:defRPr sz="2500">
                <a:solidFill>
                  <a:schemeClr val="bg1"/>
                </a:solidFill>
              </a:defRPr>
            </a:lvl2pPr>
            <a:lvl3pPr marL="0" indent="0">
              <a:spcBef>
                <a:spcPts val="0"/>
              </a:spcBef>
              <a:buNone/>
              <a:defRPr sz="2500">
                <a:solidFill>
                  <a:schemeClr val="bg1"/>
                </a:solidFill>
              </a:defRPr>
            </a:lvl3pPr>
            <a:lvl4pPr marL="0" indent="0">
              <a:spcBef>
                <a:spcPts val="0"/>
              </a:spcBef>
              <a:buNone/>
              <a:defRPr sz="2500">
                <a:solidFill>
                  <a:schemeClr val="bg1"/>
                </a:solidFill>
              </a:defRPr>
            </a:lvl4pPr>
            <a:lvl5pPr marL="0">
              <a:spcBef>
                <a:spcPts val="0"/>
              </a:spcBef>
              <a:defRPr sz="2500">
                <a:solidFill>
                  <a:schemeClr val="bg1"/>
                </a:solidFill>
              </a:defRPr>
            </a:lvl5pPr>
            <a:lvl6pPr>
              <a:spcBef>
                <a:spcPts val="0"/>
              </a:spcBef>
              <a:defRPr sz="2500">
                <a:solidFill>
                  <a:schemeClr val="bg1"/>
                </a:solidFill>
              </a:defRPr>
            </a:lvl6pPr>
            <a:lvl7pPr>
              <a:spcBef>
                <a:spcPts val="0"/>
              </a:spcBef>
              <a:defRPr sz="2500">
                <a:solidFill>
                  <a:schemeClr val="bg1"/>
                </a:solidFill>
              </a:defRPr>
            </a:lvl7pPr>
            <a:lvl8pPr>
              <a:spcBef>
                <a:spcPts val="0"/>
              </a:spcBef>
              <a:defRPr sz="2500">
                <a:solidFill>
                  <a:schemeClr val="bg1"/>
                </a:solidFill>
              </a:defRPr>
            </a:lvl8pPr>
            <a:lvl9pPr>
              <a:spcBef>
                <a:spcPts val="0"/>
              </a:spcBef>
              <a:defRPr sz="25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Sub Edit Master text styles</a:t>
            </a:r>
          </a:p>
          <a:p>
            <a:pPr lvl="1"/>
            <a:r>
              <a:rPr lang="en-US" dirty="0"/>
              <a:t>Second level</a:t>
            </a:r>
          </a:p>
          <a:p>
            <a:pPr lvl="2"/>
            <a:r>
              <a:rPr lang="en-US" dirty="0"/>
              <a:t>Third level</a:t>
            </a:r>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bg1"/>
                </a:solidFill>
              </a:defRPr>
            </a:lvl1pPr>
          </a:lstStyle>
          <a:p>
            <a:r>
              <a:rPr lang="en-AU" dirty="0"/>
              <a:t>Deakin University CRICOS Provider Code: 00113B</a:t>
            </a:r>
            <a:endParaRPr lang="en-GB"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577597" cy="959957"/>
          </a:xfrm>
        </p:spPr>
        <p:txBody>
          <a:bodyPr anchor="b"/>
          <a:lstStyle>
            <a:lvl1pPr>
              <a:defRPr sz="4500" b="0">
                <a:solidFill>
                  <a:schemeClr val="bg1"/>
                </a:solidFill>
              </a:defRPr>
            </a:lvl1pPr>
          </a:lstStyle>
          <a:p>
            <a:r>
              <a:rPr lang="en-US" dirty="0"/>
              <a:t>Click to add title</a:t>
            </a:r>
            <a:endParaRPr lang="en-AU"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909815" y="2285946"/>
            <a:ext cx="2286107" cy="2286107"/>
          </a:xfrm>
          <a:prstGeom prst="rect">
            <a:avLst/>
          </a:prstGeom>
        </p:spPr>
      </p:pic>
      <p:sp>
        <p:nvSpPr>
          <p:cNvPr id="2" name="Date Placeholder 1"/>
          <p:cNvSpPr>
            <a:spLocks noGrp="1"/>
          </p:cNvSpPr>
          <p:nvPr>
            <p:ph type="dt" sz="half" idx="18"/>
          </p:nvPr>
        </p:nvSpPr>
        <p:spPr/>
        <p:txBody>
          <a:bodyPr/>
          <a:lstStyle/>
          <a:p>
            <a:endParaRPr lang="en-GB" dirty="0"/>
          </a:p>
        </p:txBody>
      </p:sp>
      <p:sp>
        <p:nvSpPr>
          <p:cNvPr id="3" name="Slide Number Placeholder 2"/>
          <p:cNvSpPr>
            <a:spLocks noGrp="1"/>
          </p:cNvSpPr>
          <p:nvPr>
            <p:ph type="sldNum" sz="quarter" idx="19"/>
          </p:nvPr>
        </p:nvSpPr>
        <p:spPr/>
        <p:txBody>
          <a:bodyPr/>
          <a:lstStyle/>
          <a:p>
            <a:fld id="{F5AEA0E0-5CC6-4BD0-905C-A0021E419432}" type="slidenum">
              <a:rPr lang="en-GB" smtClean="0"/>
              <a:pPr/>
              <a:t>‹#›</a:t>
            </a:fld>
            <a:endParaRPr lang="en-GB" dirty="0"/>
          </a:p>
        </p:txBody>
      </p:sp>
      <p:pic>
        <p:nvPicPr>
          <p:cNvPr id="13" name="Picture 12"/>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156257" y="5502884"/>
            <a:ext cx="493409" cy="691869"/>
          </a:xfrm>
          <a:prstGeom prst="rect">
            <a:avLst/>
          </a:prstGeom>
        </p:spPr>
      </p:pic>
      <p:pic>
        <p:nvPicPr>
          <p:cNvPr id="12" name="Picture 11">
            <a:extLst>
              <a:ext uri="{FF2B5EF4-FFF2-40B4-BE49-F238E27FC236}">
                <a16:creationId xmlns:a16="http://schemas.microsoft.com/office/drawing/2014/main" id="{FF9C2F13-ECC0-473A-8D13-9BA4B1A74676}"/>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724339" y="5502884"/>
            <a:ext cx="692234" cy="560609"/>
          </a:xfrm>
          <a:prstGeom prst="rect">
            <a:avLst/>
          </a:prstGeom>
          <a:noFill/>
          <a:ln>
            <a:noFill/>
          </a:ln>
        </p:spPr>
      </p:pic>
    </p:spTree>
    <p:extLst>
      <p:ext uri="{BB962C8B-B14F-4D97-AF65-F5344CB8AC3E}">
        <p14:creationId xmlns:p14="http://schemas.microsoft.com/office/powerpoint/2010/main" val="4059296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Slide D">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0C57DA6F-A204-4940-B919-67CA81BB5E70}"/>
              </a:ext>
            </a:extLst>
          </p:cNvPr>
          <p:cNvSpPr>
            <a:spLocks noGrp="1"/>
          </p:cNvSpPr>
          <p:nvPr>
            <p:ph type="pic" sz="quarter" idx="17" hasCustomPrompt="1"/>
          </p:nvPr>
        </p:nvSpPr>
        <p:spPr>
          <a:xfrm>
            <a:off x="0" y="0"/>
            <a:ext cx="12192000" cy="6858000"/>
          </a:xfrm>
          <a:solidFill>
            <a:schemeClr val="bg1">
              <a:lumMod val="75000"/>
            </a:schemeClr>
          </a:solidFill>
        </p:spPr>
        <p:txBody>
          <a:bodyPr lIns="144000" tIns="144000"/>
          <a:lstStyle>
            <a:lvl1pPr>
              <a:defRPr sz="1400">
                <a:solidFill>
                  <a:schemeClr val="bg1"/>
                </a:solidFill>
              </a:defRPr>
            </a:lvl1pPr>
          </a:lstStyle>
          <a:p>
            <a:r>
              <a:rPr lang="en-AU" sz="1400" dirty="0"/>
              <a:t>Click Icon to Add Image</a:t>
            </a:r>
            <a:endParaRPr lang="en-AU" dirty="0"/>
          </a:p>
        </p:txBody>
      </p:sp>
      <p:sp>
        <p:nvSpPr>
          <p:cNvPr id="11" name="Text Placeholder 5">
            <a:extLst>
              <a:ext uri="{FF2B5EF4-FFF2-40B4-BE49-F238E27FC236}">
                <a16:creationId xmlns:a16="http://schemas.microsoft.com/office/drawing/2014/main" id="{B36ACC5A-D2CF-40E7-8984-09E0560FD4B7}"/>
              </a:ext>
            </a:extLst>
          </p:cNvPr>
          <p:cNvSpPr>
            <a:spLocks noGrp="1"/>
          </p:cNvSpPr>
          <p:nvPr>
            <p:ph type="body" sz="quarter" idx="13" hasCustomPrompt="1"/>
          </p:nvPr>
        </p:nvSpPr>
        <p:spPr>
          <a:xfrm>
            <a:off x="584953" y="3213099"/>
            <a:ext cx="4577597" cy="1347315"/>
          </a:xfrm>
        </p:spPr>
        <p:txBody>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500">
                <a:solidFill>
                  <a:schemeClr val="bg1"/>
                </a:solidFill>
              </a:defRPr>
            </a:lvl1pPr>
            <a:lvl2pPr marL="223200" indent="-180000">
              <a:spcBef>
                <a:spcPts val="0"/>
              </a:spcBef>
              <a:buSzPct val="75000"/>
              <a:buFont typeface="Calibri" panose="020F0502020204030204" pitchFamily="34" charset="0"/>
              <a:buChar char="●"/>
              <a:defRPr sz="1800">
                <a:solidFill>
                  <a:schemeClr val="bg1"/>
                </a:solidFill>
              </a:defRPr>
            </a:lvl2pPr>
            <a:lvl3pPr marL="223200" indent="-180000">
              <a:spcBef>
                <a:spcPts val="0"/>
              </a:spcBef>
              <a:buSzPct val="75000"/>
              <a:buFont typeface="Calibri" panose="020F0502020204030204" pitchFamily="34" charset="0"/>
              <a:buChar char="●"/>
              <a:defRPr sz="1800">
                <a:solidFill>
                  <a:schemeClr val="bg1"/>
                </a:solidFill>
              </a:defRPr>
            </a:lvl3pPr>
            <a:lvl4pPr marL="223200" indent="-180000">
              <a:spcBef>
                <a:spcPts val="0"/>
              </a:spcBef>
              <a:buSzPct val="75000"/>
              <a:buFont typeface="Calibri" panose="020F0502020204030204" pitchFamily="34" charset="0"/>
              <a:buChar char="●"/>
              <a:defRPr sz="1800">
                <a:solidFill>
                  <a:schemeClr val="bg1"/>
                </a:solidFill>
              </a:defRPr>
            </a:lvl4pPr>
            <a:lvl5pPr marL="223200" indent="-180000">
              <a:spcBef>
                <a:spcPts val="0"/>
              </a:spcBef>
              <a:buSzPct val="75000"/>
              <a:buFont typeface="Calibri" panose="020F0502020204030204" pitchFamily="34" charset="0"/>
              <a:buChar char="●"/>
              <a:defRPr sz="1800">
                <a:solidFill>
                  <a:schemeClr val="bg1"/>
                </a:solidFill>
              </a:defRPr>
            </a:lvl5pPr>
            <a:lvl6pPr marL="223200" indent="-180000">
              <a:spcBef>
                <a:spcPts val="0"/>
              </a:spcBef>
              <a:buSzPct val="75000"/>
              <a:buFont typeface="Calibri" panose="020F0502020204030204" pitchFamily="34" charset="0"/>
              <a:buChar char="●"/>
              <a:defRPr sz="1800">
                <a:solidFill>
                  <a:schemeClr val="bg1"/>
                </a:solidFill>
              </a:defRPr>
            </a:lvl6pPr>
            <a:lvl7pPr marL="223200" indent="-180000">
              <a:spcBef>
                <a:spcPts val="0"/>
              </a:spcBef>
              <a:buSzPct val="75000"/>
              <a:buFont typeface="Calibri" panose="020F0502020204030204" pitchFamily="34" charset="0"/>
              <a:buChar char="●"/>
              <a:defRPr sz="1800">
                <a:solidFill>
                  <a:schemeClr val="bg1"/>
                </a:solidFill>
              </a:defRPr>
            </a:lvl7pPr>
            <a:lvl8pPr marL="223200" indent="-180000">
              <a:spcBef>
                <a:spcPts val="0"/>
              </a:spcBef>
              <a:buSzPct val="75000"/>
              <a:buFont typeface="Calibri" panose="020F0502020204030204" pitchFamily="34" charset="0"/>
              <a:buChar char="●"/>
              <a:defRPr sz="1800">
                <a:solidFill>
                  <a:schemeClr val="bg1"/>
                </a:solidFill>
              </a:defRPr>
            </a:lvl8pPr>
            <a:lvl9pPr marL="223200" indent="-180000">
              <a:spcBef>
                <a:spcPts val="0"/>
              </a:spcBef>
              <a:buSzPct val="75000"/>
              <a:buFont typeface="Calibri" panose="020F0502020204030204" pitchFamily="34" charset="0"/>
              <a:buChar char="●"/>
              <a:defRPr sz="1800">
                <a:solidFill>
                  <a:schemeClr val="bg1"/>
                </a:solidFil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Click to add subtitle</a:t>
            </a:r>
            <a:endParaRPr lang="en-GB" dirty="0"/>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9" name="Footer Placeholder 8">
            <a:extLst>
              <a:ext uri="{FF2B5EF4-FFF2-40B4-BE49-F238E27FC236}">
                <a16:creationId xmlns:a16="http://schemas.microsoft.com/office/drawing/2014/main" id="{B6BDA700-3D1B-49F1-9223-954502A2E2FB}"/>
              </a:ext>
            </a:extLst>
          </p:cNvPr>
          <p:cNvSpPr>
            <a:spLocks noGrp="1"/>
          </p:cNvSpPr>
          <p:nvPr>
            <p:ph type="ftr" sz="quarter" idx="15"/>
          </p:nvPr>
        </p:nvSpPr>
        <p:spPr/>
        <p:txBody>
          <a:bodyPr/>
          <a:lstStyle>
            <a:lvl1pPr>
              <a:defRPr>
                <a:solidFill>
                  <a:schemeClr val="tx1"/>
                </a:solidFill>
              </a:defRPr>
            </a:lvl1pPr>
          </a:lstStyle>
          <a:p>
            <a:r>
              <a:rPr lang="en-AU" dirty="0"/>
              <a:t>Deakin University CRICOS Provider Code: 00113B</a:t>
            </a:r>
            <a:endParaRPr lang="en-GB" dirty="0"/>
          </a:p>
        </p:txBody>
      </p:sp>
      <p:sp>
        <p:nvSpPr>
          <p:cNvPr id="27" name="Title 26">
            <a:extLst>
              <a:ext uri="{FF2B5EF4-FFF2-40B4-BE49-F238E27FC236}">
                <a16:creationId xmlns:a16="http://schemas.microsoft.com/office/drawing/2014/main" id="{ABBA3CDA-E776-40AE-B46D-45A45CC5D973}"/>
              </a:ext>
            </a:extLst>
          </p:cNvPr>
          <p:cNvSpPr>
            <a:spLocks noGrp="1"/>
          </p:cNvSpPr>
          <p:nvPr>
            <p:ph type="title" hasCustomPrompt="1"/>
          </p:nvPr>
        </p:nvSpPr>
        <p:spPr>
          <a:xfrm>
            <a:off x="584952" y="2222662"/>
            <a:ext cx="4577597" cy="959957"/>
          </a:xfrm>
        </p:spPr>
        <p:txBody>
          <a:bodyPr anchor="b"/>
          <a:lstStyle>
            <a:lvl1pPr>
              <a:defRPr sz="4500" b="0">
                <a:solidFill>
                  <a:schemeClr val="bg1"/>
                </a:solidFill>
              </a:defRPr>
            </a:lvl1pPr>
          </a:lstStyle>
          <a:p>
            <a:r>
              <a:rPr lang="en-US" dirty="0"/>
              <a:t>Click to add title</a:t>
            </a:r>
            <a:endParaRPr lang="en-AU" dirty="0"/>
          </a:p>
        </p:txBody>
      </p:sp>
      <p:sp>
        <p:nvSpPr>
          <p:cNvPr id="2" name="Date Placeholder 1"/>
          <p:cNvSpPr>
            <a:spLocks noGrp="1"/>
          </p:cNvSpPr>
          <p:nvPr>
            <p:ph type="dt" sz="half" idx="18"/>
          </p:nvPr>
        </p:nvSpPr>
        <p:spPr/>
        <p:txBody>
          <a:bodyPr/>
          <a:lstStyle/>
          <a:p>
            <a:endParaRPr lang="en-GB" dirty="0"/>
          </a:p>
        </p:txBody>
      </p:sp>
      <p:sp>
        <p:nvSpPr>
          <p:cNvPr id="3" name="Slide Number Placeholder 2"/>
          <p:cNvSpPr>
            <a:spLocks noGrp="1"/>
          </p:cNvSpPr>
          <p:nvPr>
            <p:ph type="sldNum" sz="quarter" idx="19"/>
          </p:nvPr>
        </p:nvSpPr>
        <p:spPr/>
        <p:txBody>
          <a:bodyPr/>
          <a:lstStyle/>
          <a:p>
            <a:fld id="{F5AEA0E0-5CC6-4BD0-905C-A0021E419432}" type="slidenum">
              <a:rPr lang="en-GB" smtClean="0"/>
              <a:pPr/>
              <a:t>‹#›</a:t>
            </a:fld>
            <a:endParaRPr lang="en-GB" dirty="0"/>
          </a:p>
        </p:txBody>
      </p:sp>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808685" y="5476247"/>
            <a:ext cx="1381280" cy="1381280"/>
          </a:xfrm>
          <a:prstGeom prst="rect">
            <a:avLst/>
          </a:prstGeom>
        </p:spPr>
      </p:pic>
      <p:pic>
        <p:nvPicPr>
          <p:cNvPr id="13" name="Picture 12"/>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474439" y="5862162"/>
            <a:ext cx="493303" cy="691869"/>
          </a:xfrm>
          <a:prstGeom prst="rect">
            <a:avLst/>
          </a:prstGeom>
        </p:spPr>
      </p:pic>
      <p:pic>
        <p:nvPicPr>
          <p:cNvPr id="14" name="Picture 13">
            <a:extLst>
              <a:ext uri="{FF2B5EF4-FFF2-40B4-BE49-F238E27FC236}">
                <a16:creationId xmlns:a16="http://schemas.microsoft.com/office/drawing/2014/main" id="{8964CB17-028F-43BB-BA62-EA2DCB63EE22}"/>
              </a:ext>
            </a:extLst>
          </p:cNvPr>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10042096" y="5862162"/>
            <a:ext cx="692234" cy="560609"/>
          </a:xfrm>
          <a:prstGeom prst="rect">
            <a:avLst/>
          </a:prstGeom>
          <a:noFill/>
          <a:ln>
            <a:noFill/>
          </a:ln>
        </p:spPr>
      </p:pic>
    </p:spTree>
    <p:extLst>
      <p:ext uri="{BB962C8B-B14F-4D97-AF65-F5344CB8AC3E}">
        <p14:creationId xmlns:p14="http://schemas.microsoft.com/office/powerpoint/2010/main" val="39271963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6" name="Content Placeholder 5">
            <a:extLst>
              <a:ext uri="{FF2B5EF4-FFF2-40B4-BE49-F238E27FC236}">
                <a16:creationId xmlns:a16="http://schemas.microsoft.com/office/drawing/2014/main" id="{BA9360C9-D6E6-46AC-8EF9-EEF25F267E14}"/>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Date Placeholder 2"/>
          <p:cNvSpPr>
            <a:spLocks noGrp="1"/>
          </p:cNvSpPr>
          <p:nvPr>
            <p:ph type="dt" sz="half" idx="13"/>
          </p:nvPr>
        </p:nvSpPr>
        <p:spPr/>
        <p:txBody>
          <a:bodyPr/>
          <a:lstStyle/>
          <a:p>
            <a:endParaRPr lang="en-GB" dirty="0"/>
          </a:p>
        </p:txBody>
      </p:sp>
      <p:sp>
        <p:nvSpPr>
          <p:cNvPr id="4" name="Slide Number Placeholder 3"/>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908545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B">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6" name="Content Placeholder 5">
            <a:extLst>
              <a:ext uri="{FF2B5EF4-FFF2-40B4-BE49-F238E27FC236}">
                <a16:creationId xmlns:a16="http://schemas.microsoft.com/office/drawing/2014/main" id="{1728D9B9-3392-4769-8DFF-BE6FA168AE0E}"/>
              </a:ext>
            </a:extLst>
          </p:cNvPr>
          <p:cNvSpPr>
            <a:spLocks noGrp="1"/>
          </p:cNvSpPr>
          <p:nvPr>
            <p:ph sz="quarter" idx="12" hasCustomPrompt="1"/>
          </p:nvPr>
        </p:nvSpPr>
        <p:spPr>
          <a:xfrm>
            <a:off x="490538" y="1758950"/>
            <a:ext cx="10193790" cy="3974666"/>
          </a:xfrm>
        </p:spPr>
        <p:txBody>
          <a:bodyPr/>
          <a:lstStyle>
            <a:lvl1pPr marL="0" marR="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lvl1pPr>
          </a:lstStyle>
          <a:p>
            <a:pPr marL="0" marR="0" lvl="0" indent="0" algn="l" defTabSz="914400" rtl="0" eaLnBrk="1" fontAlgn="auto" latinLnBrk="0" hangingPunct="1">
              <a:lnSpc>
                <a:spcPct val="90000"/>
              </a:lnSpc>
              <a:spcBef>
                <a:spcPts val="1000"/>
              </a:spcBef>
              <a:spcAft>
                <a:spcPts val="2400"/>
              </a:spcAft>
              <a:buClrTx/>
              <a:buSzTx/>
              <a:buFont typeface="Arial" panose="020B0604020202020204" pitchFamily="34" charset="0"/>
              <a:buNone/>
              <a:tabLst/>
              <a:defRPr/>
            </a:pPr>
            <a:r>
              <a:rPr lang="en-US" dirty="0"/>
              <a:t>Click on the relevant icon at the </a:t>
            </a:r>
            <a:r>
              <a:rPr lang="en-US" dirty="0" err="1"/>
              <a:t>centre</a:t>
            </a:r>
            <a:r>
              <a:rPr lang="en-US" dirty="0"/>
              <a:t> of the placeholder to add: Text / Table / Chart / SmartArt / Image / Media. There are five type styles in the template, available as List Levels. Press the Increase / Decrease button in the paragraph section of the home ribbon to move through the styles</a:t>
            </a:r>
          </a:p>
          <a:p>
            <a:pPr lvl="0"/>
            <a:endParaRPr lang="en-US" dirty="0"/>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Date Placeholder 2"/>
          <p:cNvSpPr>
            <a:spLocks noGrp="1"/>
          </p:cNvSpPr>
          <p:nvPr>
            <p:ph type="dt" sz="half" idx="13"/>
          </p:nvPr>
        </p:nvSpPr>
        <p:spPr/>
        <p:txBody>
          <a:bodyPr/>
          <a:lstStyle/>
          <a:p>
            <a:endParaRPr lang="en-GB" dirty="0"/>
          </a:p>
        </p:txBody>
      </p:sp>
      <p:sp>
        <p:nvSpPr>
          <p:cNvPr id="4" name="Slide Number Placeholder 3"/>
          <p:cNvSpPr>
            <a:spLocks noGrp="1"/>
          </p:cNvSpPr>
          <p:nvPr>
            <p:ph type="sldNum" sz="quarter" idx="14"/>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6300148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lumn and Image">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707AC9EC-B695-415B-B6C5-74325AD87060}"/>
              </a:ext>
            </a:extLst>
          </p:cNvPr>
          <p:cNvSpPr/>
          <p:nvPr userDrawn="1"/>
        </p:nvSpPr>
        <p:spPr>
          <a:xfrm>
            <a:off x="0" y="0"/>
            <a:ext cx="12191999" cy="15039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Picture Placeholder 34">
            <a:extLst>
              <a:ext uri="{FF2B5EF4-FFF2-40B4-BE49-F238E27FC236}">
                <a16:creationId xmlns:a16="http://schemas.microsoft.com/office/drawing/2014/main" id="{3EAA3666-B8A8-41AC-9F39-8F2ACFA8A9E7}"/>
              </a:ext>
            </a:extLst>
          </p:cNvPr>
          <p:cNvSpPr>
            <a:spLocks noGrp="1"/>
          </p:cNvSpPr>
          <p:nvPr>
            <p:ph type="pic" sz="quarter" idx="13" hasCustomPrompt="1"/>
          </p:nvPr>
        </p:nvSpPr>
        <p:spPr>
          <a:xfrm>
            <a:off x="9334200" y="1"/>
            <a:ext cx="2857798" cy="4930775"/>
          </a:xfrm>
          <a:custGeom>
            <a:avLst/>
            <a:gdLst>
              <a:gd name="connsiteX0" fmla="*/ 0 w 2857798"/>
              <a:gd name="connsiteY0" fmla="*/ 0 h 4930775"/>
              <a:gd name="connsiteX1" fmla="*/ 2857798 w 2857798"/>
              <a:gd name="connsiteY1" fmla="*/ 0 h 4930775"/>
              <a:gd name="connsiteX2" fmla="*/ 2857798 w 2857798"/>
              <a:gd name="connsiteY2" fmla="*/ 4884513 h 4930775"/>
              <a:gd name="connsiteX3" fmla="*/ 2635296 w 2857798"/>
              <a:gd name="connsiteY3" fmla="*/ 4918446 h 4930775"/>
              <a:gd name="connsiteX4" fmla="*/ 2390916 w 2857798"/>
              <a:gd name="connsiteY4" fmla="*/ 4930775 h 4930775"/>
              <a:gd name="connsiteX5" fmla="*/ 0 w 2857798"/>
              <a:gd name="connsiteY5" fmla="*/ 2543350 h 4930775"/>
              <a:gd name="connsiteX6" fmla="*/ 0 w 2857798"/>
              <a:gd name="connsiteY6" fmla="*/ 149177 h 4930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57798" h="4930775">
                <a:moveTo>
                  <a:pt x="0" y="0"/>
                </a:moveTo>
                <a:lnTo>
                  <a:pt x="2857798" y="0"/>
                </a:lnTo>
                <a:lnTo>
                  <a:pt x="2857798" y="4884513"/>
                </a:lnTo>
                <a:lnTo>
                  <a:pt x="2635296" y="4918446"/>
                </a:lnTo>
                <a:cubicBezTo>
                  <a:pt x="2554956" y="4926599"/>
                  <a:pt x="2473429" y="4930775"/>
                  <a:pt x="2390916" y="4930775"/>
                </a:cubicBezTo>
                <a:cubicBezTo>
                  <a:pt x="1070701" y="4930775"/>
                  <a:pt x="0" y="3861638"/>
                  <a:pt x="0" y="2543350"/>
                </a:cubicBezTo>
                <a:cubicBezTo>
                  <a:pt x="0" y="2543350"/>
                  <a:pt x="0" y="2543350"/>
                  <a:pt x="0" y="149177"/>
                </a:cubicBez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41" name="Text Placeholder 7">
            <a:extLst>
              <a:ext uri="{FF2B5EF4-FFF2-40B4-BE49-F238E27FC236}">
                <a16:creationId xmlns:a16="http://schemas.microsoft.com/office/drawing/2014/main" id="{249BAF2C-024F-493D-94ED-A02A44D4AD72}"/>
              </a:ext>
            </a:extLst>
          </p:cNvPr>
          <p:cNvSpPr>
            <a:spLocks noGrp="1"/>
          </p:cNvSpPr>
          <p:nvPr>
            <p:ph type="body" sz="quarter" idx="14" hasCustomPrompt="1"/>
          </p:nvPr>
        </p:nvSpPr>
        <p:spPr>
          <a:xfrm>
            <a:off x="482600" y="1393825"/>
            <a:ext cx="8286712" cy="4351338"/>
          </a:xfrm>
        </p:spPr>
        <p:txBody>
          <a:bodyPr numCol="2" spcCol="540000"/>
          <a:lstStyle>
            <a:lvl1pPr>
              <a:defRPr/>
            </a:lvl1pPr>
          </a:lstStyle>
          <a:p>
            <a:pPr lvl="0"/>
            <a:r>
              <a:rPr lang="en-US" dirty="0"/>
              <a:t>There are five type styles in the template, available as List Levels. Press the Increase / Decrease button in the paragraph section of the home ribbon to move through the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425179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lumn and Imag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4" name="Footer Placeholder 3"/>
          <p:cNvSpPr>
            <a:spLocks noGrp="1"/>
          </p:cNvSpPr>
          <p:nvPr>
            <p:ph type="ftr" sz="quarter" idx="11"/>
          </p:nvPr>
        </p:nvSpPr>
        <p:spPr/>
        <p:txBody>
          <a:bodyPr/>
          <a:lstStyle/>
          <a:p>
            <a:r>
              <a:rPr lang="en-AU"/>
              <a:t>Deakin University CRICOS Provider Code: 00113B</a:t>
            </a:r>
            <a:endParaRPr lang="en-GB"/>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82600" y="1393825"/>
            <a:ext cx="6022975" cy="4802188"/>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23" name="Picture Placeholder 22">
            <a:extLst>
              <a:ext uri="{FF2B5EF4-FFF2-40B4-BE49-F238E27FC236}">
                <a16:creationId xmlns:a16="http://schemas.microsoft.com/office/drawing/2014/main" id="{94303B84-34AA-4CF3-8091-F68C9E08919D}"/>
              </a:ext>
            </a:extLst>
          </p:cNvPr>
          <p:cNvSpPr>
            <a:spLocks noGrp="1"/>
          </p:cNvSpPr>
          <p:nvPr>
            <p:ph type="pic" sz="quarter" idx="14" hasCustomPrompt="1"/>
          </p:nvPr>
        </p:nvSpPr>
        <p:spPr>
          <a:xfrm>
            <a:off x="4584191" y="0"/>
            <a:ext cx="7607808"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4465777 w 6873496"/>
              <a:gd name="connsiteY4" fmla="*/ 6858000 h 6858000"/>
              <a:gd name="connsiteX5" fmla="*/ 3977804 w 6873496"/>
              <a:gd name="connsiteY5" fmla="*/ 6858000 h 6858000"/>
              <a:gd name="connsiteX6" fmla="*/ 1947696 w 6873496"/>
              <a:gd name="connsiteY6"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73496" h="6858000">
                <a:moveTo>
                  <a:pt x="0" y="0"/>
                </a:moveTo>
                <a:lnTo>
                  <a:pt x="6873496" y="0"/>
                </a:lnTo>
                <a:lnTo>
                  <a:pt x="6873496" y="2702626"/>
                </a:lnTo>
                <a:lnTo>
                  <a:pt x="6492648" y="3359543"/>
                </a:lnTo>
                <a:lnTo>
                  <a:pt x="4465777" y="6858000"/>
                </a:lnTo>
                <a:lnTo>
                  <a:pt x="3977804" y="6858000"/>
                </a:lnTo>
                <a:lnTo>
                  <a:pt x="1947696" y="3359543"/>
                </a:lnTo>
                <a:close/>
              </a:path>
            </a:pathLst>
          </a:custGeom>
          <a:solidFill>
            <a:schemeClr val="bg1">
              <a:lumMod val="75000"/>
            </a:schemeClr>
          </a:solidFill>
        </p:spPr>
        <p:txBody>
          <a:bodyPr wrap="square" lIns="360000" tIns="144000">
            <a:noAutofit/>
          </a:bodyPr>
          <a:lstStyle>
            <a:lvl1pPr>
              <a:defRPr sz="1400">
                <a:solidFill>
                  <a:schemeClr val="bg1"/>
                </a:solidFill>
              </a:defRPr>
            </a:lvl1pPr>
          </a:lstStyle>
          <a:p>
            <a:r>
              <a:rPr lang="en-AU" dirty="0"/>
              <a:t>Click Icon to Add Image</a:t>
            </a:r>
          </a:p>
        </p:txBody>
      </p:sp>
      <p:sp>
        <p:nvSpPr>
          <p:cNvPr id="3" name="Date Placeholder 2"/>
          <p:cNvSpPr>
            <a:spLocks noGrp="1"/>
          </p:cNvSpPr>
          <p:nvPr>
            <p:ph type="dt" sz="half" idx="15"/>
          </p:nvPr>
        </p:nvSpPr>
        <p:spPr/>
        <p:txBody>
          <a:bodyPr/>
          <a:lstStyle/>
          <a:p>
            <a:endParaRPr lang="en-GB" dirty="0"/>
          </a:p>
        </p:txBody>
      </p:sp>
      <p:sp>
        <p:nvSpPr>
          <p:cNvPr id="5" name="Slide Number Placeholder 4"/>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91796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 Three Box 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Text Placeholder 7"/>
          <p:cNvSpPr>
            <a:spLocks noGrp="1"/>
          </p:cNvSpPr>
          <p:nvPr>
            <p:ph type="body" sz="quarter" idx="13" hasCustomPrompt="1"/>
          </p:nvPr>
        </p:nvSpPr>
        <p:spPr>
          <a:xfrm>
            <a:off x="434975" y="1866899"/>
            <a:ext cx="2879725" cy="4310063"/>
          </a:xfrm>
        </p:spPr>
        <p:txBody>
          <a:bodyPr/>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3502025" y="1866899"/>
            <a:ext cx="2879725" cy="4310063"/>
          </a:xfrm>
        </p:spPr>
        <p:txBody>
          <a:bodyPr/>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0" name="Text Placeholder 7">
            <a:extLst>
              <a:ext uri="{FF2B5EF4-FFF2-40B4-BE49-F238E27FC236}">
                <a16:creationId xmlns:a16="http://schemas.microsoft.com/office/drawing/2014/main" id="{853CAFBE-951E-4246-BA1D-725A804EE618}"/>
              </a:ext>
            </a:extLst>
          </p:cNvPr>
          <p:cNvSpPr>
            <a:spLocks noGrp="1"/>
          </p:cNvSpPr>
          <p:nvPr>
            <p:ph type="body" sz="quarter" idx="15" hasCustomPrompt="1"/>
          </p:nvPr>
        </p:nvSpPr>
        <p:spPr>
          <a:xfrm>
            <a:off x="6569075" y="1866899"/>
            <a:ext cx="2879725" cy="4310063"/>
          </a:xfrm>
        </p:spPr>
        <p:txBody>
          <a:bodyPr/>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 name="Date Placeholder 2"/>
          <p:cNvSpPr>
            <a:spLocks noGrp="1"/>
          </p:cNvSpPr>
          <p:nvPr>
            <p:ph type="dt" sz="half" idx="16"/>
          </p:nvPr>
        </p:nvSpPr>
        <p:spPr/>
        <p:txBody>
          <a:bodyPr/>
          <a:lstStyle/>
          <a:p>
            <a:endParaRPr lang="en-GB" dirty="0"/>
          </a:p>
        </p:txBody>
      </p:sp>
      <p:sp>
        <p:nvSpPr>
          <p:cNvPr id="4" name="Slide Number Placeholder 3"/>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903625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 Three Box B">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Text Placeholder 7"/>
          <p:cNvSpPr>
            <a:spLocks noGrp="1"/>
          </p:cNvSpPr>
          <p:nvPr>
            <p:ph type="body" sz="quarter" idx="13" hasCustomPrompt="1"/>
          </p:nvPr>
        </p:nvSpPr>
        <p:spPr>
          <a:xfrm>
            <a:off x="50292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378714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2" name="Text Placeholder 7">
            <a:extLst>
              <a:ext uri="{FF2B5EF4-FFF2-40B4-BE49-F238E27FC236}">
                <a16:creationId xmlns:a16="http://schemas.microsoft.com/office/drawing/2014/main" id="{3AEA2733-1074-4E88-BFB1-608DFC511FB4}"/>
              </a:ext>
            </a:extLst>
          </p:cNvPr>
          <p:cNvSpPr>
            <a:spLocks noGrp="1"/>
          </p:cNvSpPr>
          <p:nvPr>
            <p:ph type="body" sz="quarter" idx="15" hasCustomPrompt="1"/>
          </p:nvPr>
        </p:nvSpPr>
        <p:spPr>
          <a:xfrm>
            <a:off x="7078980" y="1935480"/>
            <a:ext cx="2865120"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1"/>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 name="Date Placeholder 2"/>
          <p:cNvSpPr>
            <a:spLocks noGrp="1"/>
          </p:cNvSpPr>
          <p:nvPr>
            <p:ph type="dt" sz="half" idx="16"/>
          </p:nvPr>
        </p:nvSpPr>
        <p:spPr/>
        <p:txBody>
          <a:bodyPr/>
          <a:lstStyle/>
          <a:p>
            <a:endParaRPr lang="en-GB" dirty="0"/>
          </a:p>
        </p:txBody>
      </p:sp>
      <p:sp>
        <p:nvSpPr>
          <p:cNvPr id="4" name="Slide Number Placeholder 3"/>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20583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 Two Box A">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Text Placeholder 7"/>
          <p:cNvSpPr>
            <a:spLocks noGrp="1"/>
          </p:cNvSpPr>
          <p:nvPr>
            <p:ph type="body" sz="quarter" idx="13" hasCustomPrompt="1"/>
          </p:nvPr>
        </p:nvSpPr>
        <p:spPr>
          <a:xfrm>
            <a:off x="434975" y="1866899"/>
            <a:ext cx="4060825" cy="4310063"/>
          </a:xfrm>
        </p:spPr>
        <p:txBody>
          <a:bodyPr/>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9" name="Text Placeholder 7">
            <a:extLst>
              <a:ext uri="{FF2B5EF4-FFF2-40B4-BE49-F238E27FC236}">
                <a16:creationId xmlns:a16="http://schemas.microsoft.com/office/drawing/2014/main" id="{31550AFC-90F7-4DB2-BCDA-549CDDC409A4}"/>
              </a:ext>
            </a:extLst>
          </p:cNvPr>
          <p:cNvSpPr>
            <a:spLocks noGrp="1"/>
          </p:cNvSpPr>
          <p:nvPr>
            <p:ph type="body" sz="quarter" idx="14" hasCustomPrompt="1"/>
          </p:nvPr>
        </p:nvSpPr>
        <p:spPr>
          <a:xfrm>
            <a:off x="4820285" y="1866899"/>
            <a:ext cx="3949027" cy="4310063"/>
          </a:xfrm>
        </p:spPr>
        <p:txBody>
          <a:bodyPr/>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7897844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ext - Two Box B">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Text Placeholder 7"/>
          <p:cNvSpPr>
            <a:spLocks noGrp="1"/>
          </p:cNvSpPr>
          <p:nvPr>
            <p:ph type="body" sz="quarter" idx="13" hasCustomPrompt="1"/>
          </p:nvPr>
        </p:nvSpPr>
        <p:spPr>
          <a:xfrm>
            <a:off x="455294" y="1935480"/>
            <a:ext cx="4650105"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11" name="Text Placeholder 7">
            <a:extLst>
              <a:ext uri="{FF2B5EF4-FFF2-40B4-BE49-F238E27FC236}">
                <a16:creationId xmlns:a16="http://schemas.microsoft.com/office/drawing/2014/main" id="{55BB8D98-408E-46F3-8147-011B3F4094F4}"/>
              </a:ext>
            </a:extLst>
          </p:cNvPr>
          <p:cNvSpPr>
            <a:spLocks noGrp="1"/>
          </p:cNvSpPr>
          <p:nvPr>
            <p:ph type="body" sz="quarter" idx="14" hasCustomPrompt="1"/>
          </p:nvPr>
        </p:nvSpPr>
        <p:spPr>
          <a:xfrm>
            <a:off x="5476368" y="1935480"/>
            <a:ext cx="4658232" cy="2788920"/>
          </a:xfrm>
          <a:prstGeom prst="roundRect">
            <a:avLst>
              <a:gd name="adj" fmla="val 4645"/>
            </a:avLst>
          </a:prstGeom>
          <a:ln w="19050">
            <a:solidFill>
              <a:schemeClr val="tx2"/>
            </a:solidFill>
          </a:ln>
        </p:spPr>
        <p:txBody>
          <a:bodyPr lIns="162000" tIns="162000" rIns="162000" bIns="162000"/>
          <a:lstStyle>
            <a:lvl1pPr marL="0" indent="0">
              <a:spcBef>
                <a:spcPts val="500"/>
              </a:spcBef>
              <a:spcAft>
                <a:spcPts val="0"/>
              </a:spcAft>
              <a:buNone/>
              <a:defRPr sz="1800" b="1">
                <a:solidFill>
                  <a:schemeClr val="tx2"/>
                </a:solidFill>
              </a:defRPr>
            </a:lvl1pPr>
            <a:lvl2pPr marL="0" indent="0">
              <a:buNone/>
              <a:defRPr sz="1600"/>
            </a:lvl2pPr>
            <a:lvl3pPr marL="0" indent="0">
              <a:buNone/>
              <a:defRPr sz="1600"/>
            </a:lvl3pPr>
            <a:lvl4pPr marL="0" indent="0">
              <a:buNone/>
              <a:defRPr sz="1600"/>
            </a:lvl4pPr>
            <a:lvl5pPr marL="0" indent="0">
              <a:buNone/>
              <a:defRPr sz="1600"/>
            </a:lvl5pPr>
            <a:lvl6pPr marL="0" indent="0">
              <a:buNone/>
              <a:defRPr sz="1600"/>
            </a:lvl6pPr>
            <a:lvl7pPr marL="0" indent="0">
              <a:buNone/>
              <a:defRPr sz="1600"/>
            </a:lvl7pPr>
            <a:lvl8pPr marL="0" indent="0">
              <a:buNone/>
              <a:defRPr sz="1600"/>
            </a:lvl8pPr>
            <a:lvl9pPr marL="0" indent="0">
              <a:buNone/>
              <a:defRPr sz="1600"/>
            </a:lvl9pPr>
          </a:lstStyle>
          <a:p>
            <a:pPr lvl="0"/>
            <a:r>
              <a:rPr lang="en-US" dirty="0"/>
              <a:t>Click to add text</a:t>
            </a:r>
          </a:p>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2790381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ll-out Tex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Picture Placeholder 15">
            <a:extLst>
              <a:ext uri="{FF2B5EF4-FFF2-40B4-BE49-F238E27FC236}">
                <a16:creationId xmlns:a16="http://schemas.microsoft.com/office/drawing/2014/main" id="{0FCE13B1-D79A-444F-B333-38B89203CDC6}"/>
              </a:ext>
            </a:extLst>
          </p:cNvPr>
          <p:cNvSpPr>
            <a:spLocks noGrp="1"/>
          </p:cNvSpPr>
          <p:nvPr>
            <p:ph type="pic" sz="quarter" idx="13" hasCustomPrompt="1"/>
          </p:nvPr>
        </p:nvSpPr>
        <p:spPr>
          <a:xfrm>
            <a:off x="0" y="1057688"/>
            <a:ext cx="6914081" cy="5040000"/>
          </a:xfrm>
          <a:custGeom>
            <a:avLst/>
            <a:gdLst>
              <a:gd name="connsiteX0" fmla="*/ 0 w 6914081"/>
              <a:gd name="connsiteY0" fmla="*/ 0 h 5040000"/>
              <a:gd name="connsiteX1" fmla="*/ 1718132 w 6914081"/>
              <a:gd name="connsiteY1" fmla="*/ 0 h 5040000"/>
              <a:gd name="connsiteX2" fmla="*/ 1849535 w 6914081"/>
              <a:gd name="connsiteY2" fmla="*/ 0 h 5040000"/>
              <a:gd name="connsiteX3" fmla="*/ 1961211 w 6914081"/>
              <a:gd name="connsiteY3" fmla="*/ 0 h 5040000"/>
              <a:gd name="connsiteX4" fmla="*/ 4393721 w 6914081"/>
              <a:gd name="connsiteY4" fmla="*/ 0 h 5040000"/>
              <a:gd name="connsiteX5" fmla="*/ 6914081 w 6914081"/>
              <a:gd name="connsiteY5" fmla="*/ 2520000 h 5040000"/>
              <a:gd name="connsiteX6" fmla="*/ 4393721 w 6914081"/>
              <a:gd name="connsiteY6" fmla="*/ 5040000 h 5040000"/>
              <a:gd name="connsiteX7" fmla="*/ 1859227 w 6914081"/>
              <a:gd name="connsiteY7" fmla="*/ 5040000 h 5040000"/>
              <a:gd name="connsiteX8" fmla="*/ 1849535 w 6914081"/>
              <a:gd name="connsiteY8" fmla="*/ 5040000 h 5040000"/>
              <a:gd name="connsiteX9" fmla="*/ 1799784 w 6914081"/>
              <a:gd name="connsiteY9" fmla="*/ 5040000 h 5040000"/>
              <a:gd name="connsiteX10" fmla="*/ 1718132 w 6914081"/>
              <a:gd name="connsiteY10" fmla="*/ 5040000 h 5040000"/>
              <a:gd name="connsiteX11" fmla="*/ 0 w 6914081"/>
              <a:gd name="connsiteY11" fmla="*/ 504000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14081" h="5040000">
                <a:moveTo>
                  <a:pt x="0" y="0"/>
                </a:moveTo>
                <a:lnTo>
                  <a:pt x="1718132" y="0"/>
                </a:lnTo>
                <a:lnTo>
                  <a:pt x="1849535" y="0"/>
                </a:lnTo>
                <a:lnTo>
                  <a:pt x="1961211" y="0"/>
                </a:lnTo>
                <a:cubicBezTo>
                  <a:pt x="4393721" y="0"/>
                  <a:pt x="4393721" y="0"/>
                  <a:pt x="4393721" y="0"/>
                </a:cubicBezTo>
                <a:cubicBezTo>
                  <a:pt x="5785141" y="0"/>
                  <a:pt x="6914081" y="1128780"/>
                  <a:pt x="6914081" y="2520000"/>
                </a:cubicBezTo>
                <a:cubicBezTo>
                  <a:pt x="6914081" y="3911221"/>
                  <a:pt x="5785141" y="5040000"/>
                  <a:pt x="4393721" y="5040000"/>
                </a:cubicBezTo>
                <a:cubicBezTo>
                  <a:pt x="2721478" y="5040000"/>
                  <a:pt x="2094386" y="5040000"/>
                  <a:pt x="1859227" y="5040000"/>
                </a:cubicBezTo>
                <a:lnTo>
                  <a:pt x="1849535" y="5040000"/>
                </a:lnTo>
                <a:lnTo>
                  <a:pt x="1799784" y="5040000"/>
                </a:lnTo>
                <a:cubicBezTo>
                  <a:pt x="1718132" y="5040000"/>
                  <a:pt x="1718132" y="5040000"/>
                  <a:pt x="1718132" y="5040000"/>
                </a:cubicBezTo>
                <a:lnTo>
                  <a:pt x="0" y="5040000"/>
                </a:lnTo>
                <a:close/>
              </a:path>
            </a:pathLst>
          </a:custGeom>
          <a:solidFill>
            <a:schemeClr val="bg1">
              <a:lumMod val="75000"/>
            </a:schemeClr>
          </a:solidFill>
        </p:spPr>
        <p:txBody>
          <a:bodyPr wrap="square" lIns="144000" tIns="144000">
            <a:noAutofit/>
          </a:bodyPr>
          <a:lstStyle>
            <a:lvl1pPr>
              <a:defRPr sz="1400">
                <a:solidFill>
                  <a:schemeClr val="bg1"/>
                </a:solidFill>
              </a:defRPr>
            </a:lvl1pPr>
          </a:lstStyle>
          <a:p>
            <a:r>
              <a:rPr lang="en-AU" sz="1400" dirty="0"/>
              <a:t>Click Icon to Add Image</a:t>
            </a:r>
            <a:endParaRPr lang="en-AU" dirty="0"/>
          </a:p>
        </p:txBody>
      </p:sp>
      <p:sp>
        <p:nvSpPr>
          <p:cNvPr id="2" name="Title 1"/>
          <p:cNvSpPr>
            <a:spLocks noGrp="1"/>
          </p:cNvSpPr>
          <p:nvPr>
            <p:ph type="title"/>
          </p:nvPr>
        </p:nvSpPr>
        <p:spPr/>
        <p:txBody>
          <a:bodyPr/>
          <a:lstStyle/>
          <a:p>
            <a:r>
              <a:rPr lang="en-US"/>
              <a:t>Click to edit Master title style</a:t>
            </a:r>
            <a:endParaRPr lang="en-GB"/>
          </a:p>
        </p:txBody>
      </p:sp>
      <p:sp>
        <p:nvSpPr>
          <p:cNvPr id="4" name="Footer Placeholder 3"/>
          <p:cNvSpPr>
            <a:spLocks noGrp="1"/>
          </p:cNvSpPr>
          <p:nvPr>
            <p:ph type="ftr" sz="quarter" idx="11"/>
          </p:nvPr>
        </p:nvSpPr>
        <p:spPr/>
        <p:txBody>
          <a:bodyPr/>
          <a:lstStyle/>
          <a:p>
            <a:r>
              <a:rPr lang="en-AU"/>
              <a:t>Deakin University CRICOS Provider Code: 00113B</a:t>
            </a:r>
            <a:endParaRPr lang="en-GB"/>
          </a:p>
        </p:txBody>
      </p:sp>
      <p:sp>
        <p:nvSpPr>
          <p:cNvPr id="20" name="Text Placeholder 19">
            <a:extLst>
              <a:ext uri="{FF2B5EF4-FFF2-40B4-BE49-F238E27FC236}">
                <a16:creationId xmlns:a16="http://schemas.microsoft.com/office/drawing/2014/main" id="{B7538734-08FE-4AEA-8C4B-1B9FD40865F2}"/>
              </a:ext>
            </a:extLst>
          </p:cNvPr>
          <p:cNvSpPr>
            <a:spLocks noGrp="1"/>
          </p:cNvSpPr>
          <p:nvPr>
            <p:ph type="body" sz="quarter" idx="14" hasCustomPrompt="1"/>
          </p:nvPr>
        </p:nvSpPr>
        <p:spPr>
          <a:xfrm>
            <a:off x="7172323" y="1096304"/>
            <a:ext cx="4744800" cy="4744800"/>
          </a:xfrm>
          <a:custGeom>
            <a:avLst/>
            <a:gdLst>
              <a:gd name="connsiteX0" fmla="*/ 2372400 w 4744800"/>
              <a:gd name="connsiteY0" fmla="*/ 0 h 4744800"/>
              <a:gd name="connsiteX1" fmla="*/ 4744800 w 4744800"/>
              <a:gd name="connsiteY1" fmla="*/ 2372400 h 4744800"/>
              <a:gd name="connsiteX2" fmla="*/ 2372400 w 4744800"/>
              <a:gd name="connsiteY2" fmla="*/ 4744800 h 4744800"/>
              <a:gd name="connsiteX3" fmla="*/ 0 w 4744800"/>
              <a:gd name="connsiteY3" fmla="*/ 2372400 h 4744800"/>
              <a:gd name="connsiteX4" fmla="*/ 2372400 w 4744800"/>
              <a:gd name="connsiteY4" fmla="*/ 0 h 4744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44800" h="4744800">
                <a:moveTo>
                  <a:pt x="2372400" y="0"/>
                </a:moveTo>
                <a:cubicBezTo>
                  <a:pt x="3682640" y="0"/>
                  <a:pt x="4744800" y="1062160"/>
                  <a:pt x="4744800" y="2372400"/>
                </a:cubicBezTo>
                <a:cubicBezTo>
                  <a:pt x="4744800" y="3682640"/>
                  <a:pt x="3682640" y="4744800"/>
                  <a:pt x="2372400" y="4744800"/>
                </a:cubicBezTo>
                <a:cubicBezTo>
                  <a:pt x="1062160" y="4744800"/>
                  <a:pt x="0" y="3682640"/>
                  <a:pt x="0" y="2372400"/>
                </a:cubicBezTo>
                <a:cubicBezTo>
                  <a:pt x="0" y="1062160"/>
                  <a:pt x="1062160" y="0"/>
                  <a:pt x="2372400" y="0"/>
                </a:cubicBezTo>
                <a:close/>
              </a:path>
            </a:pathLst>
          </a:custGeom>
          <a:solidFill>
            <a:schemeClr val="tx2"/>
          </a:solidFill>
        </p:spPr>
        <p:txBody>
          <a:bodyPr wrap="square" lIns="108000" tIns="144000" rIns="108000" bIns="144000" anchor="ctr">
            <a:noAutofit/>
          </a:bodyPr>
          <a:lstStyle>
            <a:lvl1pPr algn="ctr">
              <a:spcBef>
                <a:spcPts val="0"/>
              </a:spcBef>
              <a:spcAft>
                <a:spcPts val="0"/>
              </a:spcAft>
              <a:defRPr sz="3000" b="1">
                <a:solidFill>
                  <a:schemeClr val="bg1"/>
                </a:solidFill>
              </a:defRPr>
            </a:lvl1pPr>
            <a:lvl2pPr algn="ctr">
              <a:defRPr sz="2400">
                <a:solidFill>
                  <a:schemeClr val="bg1"/>
                </a:solidFill>
                <a:latin typeface="Calibri Light" panose="020F0302020204030204" pitchFamily="34" charset="0"/>
                <a:cs typeface="Calibri Light" panose="020F0302020204030204" pitchFamily="34" charset="0"/>
              </a:defRPr>
            </a:lvl2pPr>
            <a:lvl3pPr marL="0" indent="0" algn="ctr">
              <a:buNone/>
              <a:defRPr sz="2400">
                <a:solidFill>
                  <a:schemeClr val="bg1"/>
                </a:solidFill>
                <a:latin typeface="Calibri Light" panose="020F0302020204030204" pitchFamily="34" charset="0"/>
                <a:cs typeface="Calibri Light" panose="020F0302020204030204" pitchFamily="34" charset="0"/>
              </a:defRPr>
            </a:lvl3pPr>
            <a:lvl4pPr marL="0" indent="0" algn="ctr">
              <a:buNone/>
              <a:defRPr sz="2400">
                <a:solidFill>
                  <a:schemeClr val="bg1"/>
                </a:solidFill>
                <a:latin typeface="Calibri Light" panose="020F0302020204030204" pitchFamily="34" charset="0"/>
                <a:cs typeface="Calibri Light" panose="020F0302020204030204" pitchFamily="34" charset="0"/>
              </a:defRPr>
            </a:lvl4pPr>
            <a:lvl5pPr marL="0" algn="ctr">
              <a:defRPr sz="2400">
                <a:solidFill>
                  <a:schemeClr val="bg1"/>
                </a:solidFill>
                <a:latin typeface="Calibri Light" panose="020F0302020204030204" pitchFamily="34" charset="0"/>
                <a:cs typeface="Calibri Light" panose="020F0302020204030204" pitchFamily="34" charset="0"/>
              </a:defRPr>
            </a:lvl5pPr>
            <a:lvl6pPr algn="ctr">
              <a:defRPr sz="2400">
                <a:solidFill>
                  <a:schemeClr val="bg1"/>
                </a:solidFill>
                <a:latin typeface="Calibri Light" panose="020F0302020204030204" pitchFamily="34" charset="0"/>
                <a:cs typeface="Calibri Light" panose="020F0302020204030204" pitchFamily="34" charset="0"/>
              </a:defRPr>
            </a:lvl6pPr>
            <a:lvl7pPr algn="ctr">
              <a:defRPr sz="2400">
                <a:solidFill>
                  <a:schemeClr val="bg1"/>
                </a:solidFill>
                <a:latin typeface="Calibri Light" panose="020F0302020204030204" pitchFamily="34" charset="0"/>
                <a:cs typeface="Calibri Light" panose="020F0302020204030204" pitchFamily="34" charset="0"/>
              </a:defRPr>
            </a:lvl7pPr>
            <a:lvl8pPr algn="ctr">
              <a:defRPr sz="2400">
                <a:solidFill>
                  <a:schemeClr val="bg1"/>
                </a:solidFill>
                <a:latin typeface="Calibri Light" panose="020F0302020204030204" pitchFamily="34" charset="0"/>
                <a:cs typeface="Calibri Light" panose="020F0302020204030204" pitchFamily="34" charset="0"/>
              </a:defRPr>
            </a:lvl8pPr>
            <a:lvl9pPr algn="ctr">
              <a:defRPr sz="2400">
                <a:solidFill>
                  <a:schemeClr val="bg1"/>
                </a:solidFill>
                <a:latin typeface="Calibri Light" panose="020F0302020204030204" pitchFamily="34" charset="0"/>
                <a:cs typeface="Calibri Light" panose="020F0302020204030204" pitchFamily="34" charset="0"/>
              </a:defRPr>
            </a:lvl9pPr>
          </a:lstStyle>
          <a:p>
            <a:pPr lvl="0"/>
            <a:r>
              <a:rPr lang="en-US" dirty="0"/>
              <a:t>Pull-out copy</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Tree>
    <p:extLst>
      <p:ext uri="{BB962C8B-B14F-4D97-AF65-F5344CB8AC3E}">
        <p14:creationId xmlns:p14="http://schemas.microsoft.com/office/powerpoint/2010/main" val="22395217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A">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4" name="Footer Placeholder 3"/>
          <p:cNvSpPr>
            <a:spLocks noGrp="1"/>
          </p:cNvSpPr>
          <p:nvPr>
            <p:ph type="ftr" sz="quarter" idx="11"/>
          </p:nvPr>
        </p:nvSpPr>
        <p:spPr/>
        <p:txBody>
          <a:bodyPr/>
          <a:lstStyle/>
          <a:p>
            <a:r>
              <a:rPr lang="en-AU"/>
              <a:t>Deakin University CRICOS Provider Code: 00113B</a:t>
            </a:r>
            <a:endParaRPr lang="en-GB"/>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18" name="Text Placeholder 17">
            <a:extLst>
              <a:ext uri="{FF2B5EF4-FFF2-40B4-BE49-F238E27FC236}">
                <a16:creationId xmlns:a16="http://schemas.microsoft.com/office/drawing/2014/main" id="{A16D5FAB-27FB-4A02-AF32-8E7F184C40EC}"/>
              </a:ext>
            </a:extLst>
          </p:cNvPr>
          <p:cNvSpPr>
            <a:spLocks noGrp="1"/>
          </p:cNvSpPr>
          <p:nvPr>
            <p:ph type="body" sz="quarter" idx="14" hasCustomPrompt="1"/>
          </p:nvPr>
        </p:nvSpPr>
        <p:spPr>
          <a:xfrm>
            <a:off x="6989777" y="1260602"/>
            <a:ext cx="5202223" cy="3996000"/>
          </a:xfrm>
          <a:custGeom>
            <a:avLst/>
            <a:gdLst>
              <a:gd name="connsiteX0" fmla="*/ 2001099 w 5202223"/>
              <a:gd name="connsiteY0" fmla="*/ 0 h 3996000"/>
              <a:gd name="connsiteX1" fmla="*/ 5202223 w 5202223"/>
              <a:gd name="connsiteY1" fmla="*/ 0 h 3996000"/>
              <a:gd name="connsiteX2" fmla="*/ 5202223 w 5202223"/>
              <a:gd name="connsiteY2" fmla="*/ 3996000 h 3996000"/>
              <a:gd name="connsiteX3" fmla="*/ 2001099 w 5202223"/>
              <a:gd name="connsiteY3" fmla="*/ 3996000 h 3996000"/>
              <a:gd name="connsiteX4" fmla="*/ 0 w 5202223"/>
              <a:gd name="connsiteY4" fmla="*/ 1996418 h 3996000"/>
              <a:gd name="connsiteX5" fmla="*/ 2001099 w 5202223"/>
              <a:gd name="connsiteY5" fmla="*/ 0 h 39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02223" h="3996000">
                <a:moveTo>
                  <a:pt x="2001099" y="0"/>
                </a:moveTo>
                <a:cubicBezTo>
                  <a:pt x="2001099" y="0"/>
                  <a:pt x="2001099" y="0"/>
                  <a:pt x="5202223" y="0"/>
                </a:cubicBezTo>
                <a:lnTo>
                  <a:pt x="5202223" y="3996000"/>
                </a:lnTo>
                <a:cubicBezTo>
                  <a:pt x="5202223" y="3996000"/>
                  <a:pt x="5202223" y="3996000"/>
                  <a:pt x="2001099" y="3996000"/>
                </a:cubicBezTo>
                <a:cubicBezTo>
                  <a:pt x="896062" y="3996000"/>
                  <a:pt x="0" y="3100618"/>
                  <a:pt x="0" y="1996418"/>
                </a:cubicBezTo>
                <a:cubicBezTo>
                  <a:pt x="0" y="892219"/>
                  <a:pt x="896062" y="0"/>
                  <a:pt x="2001099" y="0"/>
                </a:cubicBezTo>
                <a:close/>
              </a:path>
            </a:pathLst>
          </a:custGeom>
          <a:solidFill>
            <a:schemeClr val="tx2"/>
          </a:solidFill>
        </p:spPr>
        <p:txBody>
          <a:bodyPr wrap="square" lIns="1224000" tIns="108000" rIns="144000" bIns="108000" anchor="ctr">
            <a:noAutofit/>
          </a:bodyPr>
          <a:lstStyle>
            <a:lvl1pPr marL="90000" indent="-90000">
              <a:lnSpc>
                <a:spcPct val="100000"/>
              </a:lnSpc>
              <a:spcBef>
                <a:spcPts val="0"/>
              </a:spcBef>
              <a:spcAft>
                <a:spcPts val="0"/>
              </a:spcAft>
              <a:buFont typeface="Calibri" panose="020F0502020204030204" pitchFamily="34" charset="0"/>
              <a:buChar char="‘"/>
              <a:defRPr sz="2800">
                <a:solidFill>
                  <a:schemeClr val="bg1"/>
                </a:solidFill>
                <a:latin typeface="Calibri Light" panose="020F0302020204030204" pitchFamily="34" charset="0"/>
                <a:cs typeface="Calibri Light" panose="020F0302020204030204" pitchFamily="34" charset="0"/>
              </a:defRPr>
            </a:lvl1pPr>
            <a:lvl2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2pPr>
            <a:lvl3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3pPr>
            <a:lvl4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4pPr>
            <a:lvl5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5pPr>
            <a:lvl6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6pPr>
            <a:lvl7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7pPr>
            <a:lvl8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8pPr>
            <a:lvl9pPr marL="90000" indent="0">
              <a:spcBef>
                <a:spcPts val="0"/>
              </a:spcBef>
              <a:buFont typeface="Calibri" panose="020F0502020204030204" pitchFamily="34" charset="0"/>
              <a:buNone/>
              <a:defRPr sz="2800">
                <a:solidFill>
                  <a:schemeClr val="bg1"/>
                </a:solidFill>
                <a:latin typeface="Calibri Light" panose="020F0302020204030204" pitchFamily="34" charset="0"/>
                <a:cs typeface="Calibri Light" panose="020F0302020204030204" pitchFamily="34" charset="0"/>
              </a:defRPr>
            </a:lvl9pPr>
          </a:lstStyle>
          <a:p>
            <a:pPr lvl="0"/>
            <a:r>
              <a:rPr lang="en-US" dirty="0"/>
              <a:t>Pull-out quote</a:t>
            </a:r>
          </a:p>
          <a:p>
            <a:pPr lvl="0"/>
            <a:r>
              <a:rPr lang="en-US" dirty="0"/>
              <a:t>Edit Master text styles </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3" name="Date Placeholder 2"/>
          <p:cNvSpPr>
            <a:spLocks noGrp="1"/>
          </p:cNvSpPr>
          <p:nvPr>
            <p:ph type="dt" sz="half" idx="15"/>
          </p:nvPr>
        </p:nvSpPr>
        <p:spPr/>
        <p:txBody>
          <a:bodyPr/>
          <a:lstStyle/>
          <a:p>
            <a:endParaRPr lang="en-GB" dirty="0"/>
          </a:p>
        </p:txBody>
      </p:sp>
      <p:sp>
        <p:nvSpPr>
          <p:cNvPr id="5" name="Slide Number Placeholder 4"/>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2304056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B">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EF03315E-CD2C-412E-B9D4-9CC06832EDD4}"/>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Click to add title</a:t>
            </a:r>
            <a:endParaRPr lang="en-GB" dirty="0"/>
          </a:p>
        </p:txBody>
      </p:sp>
      <p:sp>
        <p:nvSpPr>
          <p:cNvPr id="4" name="Footer Placeholder 3"/>
          <p:cNvSpPr>
            <a:spLocks noGrp="1"/>
          </p:cNvSpPr>
          <p:nvPr>
            <p:ph type="ftr" sz="quarter" idx="11"/>
          </p:nvPr>
        </p:nvSpPr>
        <p:spPr/>
        <p:txBody>
          <a:bodyPr/>
          <a:lstStyle/>
          <a:p>
            <a:r>
              <a:rPr lang="en-AU"/>
              <a:t>Deakin University CRICOS Provider Code: 00113B</a:t>
            </a:r>
            <a:endParaRPr lang="en-GB"/>
          </a:p>
        </p:txBody>
      </p:sp>
      <p:sp>
        <p:nvSpPr>
          <p:cNvPr id="10" name="Text Placeholder 7">
            <a:extLst>
              <a:ext uri="{FF2B5EF4-FFF2-40B4-BE49-F238E27FC236}">
                <a16:creationId xmlns:a16="http://schemas.microsoft.com/office/drawing/2014/main" id="{7A440D47-120F-417D-B465-94954774363E}"/>
              </a:ext>
            </a:extLst>
          </p:cNvPr>
          <p:cNvSpPr>
            <a:spLocks noGrp="1"/>
          </p:cNvSpPr>
          <p:nvPr>
            <p:ph type="body" sz="quarter" idx="13" hasCustomPrompt="1"/>
          </p:nvPr>
        </p:nvSpPr>
        <p:spPr>
          <a:xfrm>
            <a:off x="438150" y="1403350"/>
            <a:ext cx="6067425" cy="4792663"/>
          </a:xfrm>
        </p:spPr>
        <p:txBody>
          <a:bodyPr/>
          <a:lstStyle>
            <a:lvl1pPr>
              <a:spcBef>
                <a:spcPts val="0"/>
              </a:spcBef>
              <a:spcAft>
                <a:spcPts val="400"/>
              </a:spcAft>
              <a:defRPr/>
            </a:lvl1pPr>
            <a:lvl2pPr>
              <a:spcAft>
                <a:spcPts val="600"/>
              </a:spcAft>
              <a:defRPr sz="2000"/>
            </a:lvl2pPr>
            <a:lvl3pPr marL="0" indent="0">
              <a:buNone/>
              <a:defRPr>
                <a:latin typeface="Calibri Light" panose="020F0302020204030204" pitchFamily="34" charset="0"/>
                <a:cs typeface="Calibri Light" panose="020F0302020204030204" pitchFamily="34" charset="0"/>
              </a:defRPr>
            </a:lvl3pPr>
            <a:lvl4pPr marL="180000" indent="-180000">
              <a:buSzPct val="110000"/>
              <a:buFont typeface="Arial" panose="020B0604020202020204" pitchFamily="34" charset="0"/>
              <a:buChar char="•"/>
              <a:defRPr>
                <a:latin typeface="Calibri Light" panose="020F0302020204030204" pitchFamily="34" charset="0"/>
                <a:cs typeface="Calibri Light" panose="020F0302020204030204" pitchFamily="34" charset="0"/>
              </a:defRPr>
            </a:lvl4pPr>
            <a:lvl5pPr marL="360000" indent="-180000">
              <a:buFont typeface="Calibri" panose="020F0502020204030204" pitchFamily="34" charset="0"/>
              <a:buChar char="–"/>
              <a:defRPr>
                <a:latin typeface="Calibri Light" panose="020F0302020204030204" pitchFamily="34" charset="0"/>
                <a:cs typeface="Calibri Light" panose="020F0302020204030204" pitchFamily="34" charset="0"/>
              </a:defRPr>
            </a:lvl5pPr>
            <a:lvl6pPr marL="180000">
              <a:defRPr>
                <a:latin typeface="Calibri Light" panose="020F0302020204030204" pitchFamily="34" charset="0"/>
                <a:cs typeface="Calibri Light" panose="020F0302020204030204" pitchFamily="34" charset="0"/>
              </a:defRPr>
            </a:lvl6pPr>
            <a:lvl7pPr>
              <a:defRPr>
                <a:latin typeface="Calibri Light" panose="020F0302020204030204" pitchFamily="34" charset="0"/>
                <a:cs typeface="Calibri Light" panose="020F0302020204030204" pitchFamily="34" charset="0"/>
              </a:defRPr>
            </a:lvl7pPr>
            <a:lvl8pPr>
              <a:defRPr>
                <a:latin typeface="Calibri Light" panose="020F0302020204030204" pitchFamily="34" charset="0"/>
                <a:cs typeface="Calibri Light" panose="020F0302020204030204" pitchFamily="34" charset="0"/>
              </a:defRPr>
            </a:lvl8pPr>
            <a:lvl9pPr>
              <a:defRPr>
                <a:latin typeface="Calibri Light" panose="020F0302020204030204" pitchFamily="34" charset="0"/>
                <a:cs typeface="Calibri Light" panose="020F0302020204030204" pitchFamily="34" charset="0"/>
              </a:defRPr>
            </a:lvl9pPr>
          </a:lstStyle>
          <a:p>
            <a:pPr lvl="0"/>
            <a:r>
              <a:rPr lang="en-US" dirty="0"/>
              <a:t>First Level Heading</a:t>
            </a:r>
          </a:p>
          <a:p>
            <a:pPr lvl="1"/>
            <a:r>
              <a:rPr lang="en-US" dirty="0"/>
              <a:t>Add 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 </a:t>
            </a:r>
            <a:endParaRPr lang="en-GB" dirty="0"/>
          </a:p>
        </p:txBody>
      </p:sp>
      <p:sp>
        <p:nvSpPr>
          <p:cNvPr id="12" name="Text Placeholder 11">
            <a:extLst>
              <a:ext uri="{FF2B5EF4-FFF2-40B4-BE49-F238E27FC236}">
                <a16:creationId xmlns:a16="http://schemas.microsoft.com/office/drawing/2014/main" id="{5E8209D8-622A-4868-9E3A-BA1344D6CF06}"/>
              </a:ext>
            </a:extLst>
          </p:cNvPr>
          <p:cNvSpPr>
            <a:spLocks noGrp="1"/>
          </p:cNvSpPr>
          <p:nvPr>
            <p:ph type="body" sz="quarter" idx="14" hasCustomPrompt="1"/>
          </p:nvPr>
        </p:nvSpPr>
        <p:spPr>
          <a:xfrm>
            <a:off x="4736603" y="0"/>
            <a:ext cx="7455396" cy="6858000"/>
          </a:xfrm>
          <a:custGeom>
            <a:avLst/>
            <a:gdLst>
              <a:gd name="connsiteX0" fmla="*/ 0 w 6873496"/>
              <a:gd name="connsiteY0" fmla="*/ 0 h 6858000"/>
              <a:gd name="connsiteX1" fmla="*/ 6873496 w 6873496"/>
              <a:gd name="connsiteY1" fmla="*/ 0 h 6858000"/>
              <a:gd name="connsiteX2" fmla="*/ 6873496 w 6873496"/>
              <a:gd name="connsiteY2" fmla="*/ 2702626 h 6858000"/>
              <a:gd name="connsiteX3" fmla="*/ 6492648 w 6873496"/>
              <a:gd name="connsiteY3" fmla="*/ 3359543 h 6858000"/>
              <a:gd name="connsiteX4" fmla="*/ 6438448 w 6873496"/>
              <a:gd name="connsiteY4" fmla="*/ 3453094 h 6858000"/>
              <a:gd name="connsiteX5" fmla="*/ 6438448 w 6873496"/>
              <a:gd name="connsiteY5" fmla="*/ 3491915 h 6858000"/>
              <a:gd name="connsiteX6" fmla="*/ 6415957 w 6873496"/>
              <a:gd name="connsiteY6" fmla="*/ 3491915 h 6858000"/>
              <a:gd name="connsiteX7" fmla="*/ 4465777 w 6873496"/>
              <a:gd name="connsiteY7" fmla="*/ 6858000 h 6858000"/>
              <a:gd name="connsiteX8" fmla="*/ 3977804 w 6873496"/>
              <a:gd name="connsiteY8" fmla="*/ 6858000 h 6858000"/>
              <a:gd name="connsiteX9" fmla="*/ 1947696 w 6873496"/>
              <a:gd name="connsiteY9" fmla="*/ 335954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73496" h="6858000">
                <a:moveTo>
                  <a:pt x="0" y="0"/>
                </a:moveTo>
                <a:lnTo>
                  <a:pt x="6873496" y="0"/>
                </a:lnTo>
                <a:lnTo>
                  <a:pt x="6873496" y="2702626"/>
                </a:lnTo>
                <a:lnTo>
                  <a:pt x="6492648" y="3359543"/>
                </a:lnTo>
                <a:lnTo>
                  <a:pt x="6438448" y="3453094"/>
                </a:lnTo>
                <a:lnTo>
                  <a:pt x="6438448" y="3491915"/>
                </a:lnTo>
                <a:lnTo>
                  <a:pt x="6415957" y="3491915"/>
                </a:lnTo>
                <a:lnTo>
                  <a:pt x="4465777" y="6858000"/>
                </a:lnTo>
                <a:lnTo>
                  <a:pt x="3977804" y="6858000"/>
                </a:lnTo>
                <a:lnTo>
                  <a:pt x="1947696" y="3359543"/>
                </a:lnTo>
                <a:close/>
              </a:path>
            </a:pathLst>
          </a:custGeom>
          <a:solidFill>
            <a:schemeClr val="tx2"/>
          </a:solidFill>
        </p:spPr>
        <p:txBody>
          <a:bodyPr wrap="square" lIns="2412000" tIns="108000" rIns="1080000" bIns="828000" anchor="ctr">
            <a:noAutofit/>
          </a:bodyPr>
          <a:lstStyle>
            <a:lvl1pPr marL="90000" indent="-90000">
              <a:lnSpc>
                <a:spcPct val="100000"/>
              </a:lnSpc>
              <a:spcBef>
                <a:spcPts val="0"/>
              </a:spcBef>
              <a:spcAft>
                <a:spcPts val="0"/>
              </a:spcAft>
              <a:buFont typeface="Calibri" panose="020F0502020204030204" pitchFamily="34" charset="0"/>
              <a:buChar char="‘"/>
              <a:defRPr sz="2400">
                <a:solidFill>
                  <a:schemeClr val="bg1"/>
                </a:solidFill>
              </a:defRPr>
            </a:lvl1pPr>
            <a:lvl2pPr marL="90000">
              <a:spcBef>
                <a:spcPts val="0"/>
              </a:spcBef>
              <a:defRPr sz="2400">
                <a:solidFill>
                  <a:schemeClr val="bg1"/>
                </a:solidFill>
              </a:defRPr>
            </a:lvl2pPr>
            <a:lvl3pPr marL="90000" indent="0">
              <a:spcBef>
                <a:spcPts val="0"/>
              </a:spcBef>
              <a:buNone/>
              <a:defRPr sz="2400">
                <a:solidFill>
                  <a:schemeClr val="bg1"/>
                </a:solidFill>
              </a:defRPr>
            </a:lvl3pPr>
            <a:lvl4pPr marL="90000" indent="0">
              <a:spcBef>
                <a:spcPts val="0"/>
              </a:spcBef>
              <a:buNone/>
              <a:defRPr sz="2400">
                <a:solidFill>
                  <a:schemeClr val="bg1"/>
                </a:solidFill>
              </a:defRPr>
            </a:lvl4pPr>
            <a:lvl5pPr marL="90000">
              <a:spcBef>
                <a:spcPts val="0"/>
              </a:spcBef>
              <a:defRPr sz="2400">
                <a:solidFill>
                  <a:schemeClr val="bg1"/>
                </a:solidFill>
              </a:defRPr>
            </a:lvl5pPr>
            <a:lvl6pPr marL="90000">
              <a:spcBef>
                <a:spcPts val="0"/>
              </a:spcBef>
              <a:defRPr sz="2400">
                <a:solidFill>
                  <a:schemeClr val="bg1"/>
                </a:solidFill>
              </a:defRPr>
            </a:lvl6pPr>
            <a:lvl7pPr marL="90000">
              <a:spcBef>
                <a:spcPts val="0"/>
              </a:spcBef>
              <a:defRPr sz="2400">
                <a:solidFill>
                  <a:schemeClr val="bg1"/>
                </a:solidFill>
              </a:defRPr>
            </a:lvl7pPr>
            <a:lvl8pPr marL="90000">
              <a:spcBef>
                <a:spcPts val="0"/>
              </a:spcBef>
              <a:defRPr sz="2400">
                <a:solidFill>
                  <a:schemeClr val="bg1"/>
                </a:solidFill>
              </a:defRPr>
            </a:lvl8pPr>
            <a:lvl9pPr marL="90000">
              <a:spcBef>
                <a:spcPts val="0"/>
              </a:spcBef>
              <a:defRPr sz="2400">
                <a:solidFill>
                  <a:schemeClr val="bg1"/>
                </a:solidFill>
              </a:defRPr>
            </a:lvl9pPr>
          </a:lstStyle>
          <a:p>
            <a:pPr lvl="0"/>
            <a:r>
              <a:rPr lang="en-US" dirty="0"/>
              <a:t>Pull-out quote</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a:t>
            </a:r>
          </a:p>
          <a:p>
            <a:pPr lvl="6"/>
            <a:r>
              <a:rPr lang="en-US" dirty="0"/>
              <a:t>Seven</a:t>
            </a:r>
          </a:p>
          <a:p>
            <a:pPr lvl="7"/>
            <a:r>
              <a:rPr lang="en-US" dirty="0"/>
              <a:t>Eight</a:t>
            </a:r>
          </a:p>
          <a:p>
            <a:pPr lvl="8"/>
            <a:r>
              <a:rPr lang="en-US" dirty="0"/>
              <a:t>Nine</a:t>
            </a:r>
            <a:endParaRPr lang="en-AU" dirty="0"/>
          </a:p>
        </p:txBody>
      </p:sp>
      <p:sp>
        <p:nvSpPr>
          <p:cNvPr id="3" name="Date Placeholder 2"/>
          <p:cNvSpPr>
            <a:spLocks noGrp="1"/>
          </p:cNvSpPr>
          <p:nvPr>
            <p:ph type="dt" sz="half" idx="15"/>
          </p:nvPr>
        </p:nvSpPr>
        <p:spPr/>
        <p:txBody>
          <a:bodyPr/>
          <a:lstStyle/>
          <a:p>
            <a:endParaRPr lang="en-GB" dirty="0"/>
          </a:p>
        </p:txBody>
      </p:sp>
      <p:sp>
        <p:nvSpPr>
          <p:cNvPr id="5" name="Slide Number Placeholder 4"/>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813459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Table</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4" name="Table Placeholder 3">
            <a:extLst>
              <a:ext uri="{FF2B5EF4-FFF2-40B4-BE49-F238E27FC236}">
                <a16:creationId xmlns:a16="http://schemas.microsoft.com/office/drawing/2014/main" id="{D9448B89-E1A9-48D1-ACE5-F2C703E0A813}"/>
              </a:ext>
            </a:extLst>
          </p:cNvPr>
          <p:cNvSpPr>
            <a:spLocks noGrp="1"/>
          </p:cNvSpPr>
          <p:nvPr>
            <p:ph type="tbl" sz="quarter" idx="13"/>
          </p:nvPr>
        </p:nvSpPr>
        <p:spPr>
          <a:xfrm>
            <a:off x="600075" y="1878013"/>
            <a:ext cx="10083800" cy="3568700"/>
          </a:xfrm>
        </p:spPr>
        <p:txBody>
          <a:bodyPr/>
          <a:lstStyle>
            <a:lvl1pPr>
              <a:defRPr sz="1400">
                <a:solidFill>
                  <a:schemeClr val="tx1"/>
                </a:solidFill>
              </a:defRPr>
            </a:lvl1pPr>
          </a:lstStyle>
          <a:p>
            <a:r>
              <a:rPr lang="en-US"/>
              <a:t>Click icon to add table</a:t>
            </a:r>
            <a:endParaRPr lang="en-GB" dirty="0"/>
          </a:p>
        </p:txBody>
      </p:sp>
      <p:sp>
        <p:nvSpPr>
          <p:cNvPr id="3" name="Date Placeholder 2"/>
          <p:cNvSpPr>
            <a:spLocks noGrp="1"/>
          </p:cNvSpPr>
          <p:nvPr>
            <p:ph type="dt" sz="half" idx="14"/>
          </p:nvPr>
        </p:nvSpPr>
        <p:spPr/>
        <p:txBody>
          <a:bodyPr/>
          <a:lstStyle/>
          <a:p>
            <a:endParaRPr lang="en-GB" dirty="0"/>
          </a:p>
        </p:txBody>
      </p:sp>
      <p:sp>
        <p:nvSpPr>
          <p:cNvPr id="6" name="Slide Number Placeholder 5"/>
          <p:cNvSpPr>
            <a:spLocks noGrp="1"/>
          </p:cNvSpPr>
          <p:nvPr>
            <p:ph type="sldNum" sz="quarter" idx="15"/>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902150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One Chart</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Chart Placeholder 5">
            <a:extLst>
              <a:ext uri="{FF2B5EF4-FFF2-40B4-BE49-F238E27FC236}">
                <a16:creationId xmlns:a16="http://schemas.microsoft.com/office/drawing/2014/main" id="{C30153EA-3427-4574-AE3C-5EC559671C53}"/>
              </a:ext>
            </a:extLst>
          </p:cNvPr>
          <p:cNvSpPr>
            <a:spLocks noGrp="1"/>
          </p:cNvSpPr>
          <p:nvPr>
            <p:ph type="chart" sz="quarter" idx="14"/>
          </p:nvPr>
        </p:nvSpPr>
        <p:spPr>
          <a:xfrm>
            <a:off x="600074" y="1230122"/>
            <a:ext cx="10083801" cy="4197542"/>
          </a:xfrm>
        </p:spPr>
        <p:txBody>
          <a:bodyPr/>
          <a:lstStyle>
            <a:lvl1pPr>
              <a:defRPr sz="1400">
                <a:solidFill>
                  <a:schemeClr val="tx1"/>
                </a:solidFill>
              </a:defRPr>
            </a:lvl1pPr>
          </a:lstStyle>
          <a:p>
            <a:r>
              <a:rPr lang="en-US"/>
              <a:t>Click icon to add chart</a:t>
            </a:r>
            <a:endParaRPr lang="en-GB"/>
          </a:p>
        </p:txBody>
      </p:sp>
      <p:sp>
        <p:nvSpPr>
          <p:cNvPr id="3" name="Date Placeholder 2"/>
          <p:cNvSpPr>
            <a:spLocks noGrp="1"/>
          </p:cNvSpPr>
          <p:nvPr>
            <p:ph type="dt" sz="half" idx="15"/>
          </p:nvPr>
        </p:nvSpPr>
        <p:spPr/>
        <p:txBody>
          <a:bodyPr/>
          <a:lstStyle/>
          <a:p>
            <a:endParaRPr lang="en-GB" dirty="0"/>
          </a:p>
        </p:txBody>
      </p:sp>
      <p:sp>
        <p:nvSpPr>
          <p:cNvPr id="4" name="Slide Number Placeholder 3"/>
          <p:cNvSpPr>
            <a:spLocks noGrp="1"/>
          </p:cNvSpPr>
          <p:nvPr>
            <p:ph type="sldNum" sz="quarter" idx="16"/>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4972322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hart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Two Charts</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6" name="Chart Placeholder 5">
            <a:extLst>
              <a:ext uri="{FF2B5EF4-FFF2-40B4-BE49-F238E27FC236}">
                <a16:creationId xmlns:a16="http://schemas.microsoft.com/office/drawing/2014/main" id="{23A387DA-AE79-4488-A710-E2CB8440BAE5}"/>
              </a:ext>
            </a:extLst>
          </p:cNvPr>
          <p:cNvSpPr>
            <a:spLocks noGrp="1"/>
          </p:cNvSpPr>
          <p:nvPr>
            <p:ph type="chart" sz="quarter" idx="14"/>
          </p:nvPr>
        </p:nvSpPr>
        <p:spPr>
          <a:xfrm>
            <a:off x="600074" y="1230122"/>
            <a:ext cx="4650351" cy="4197542"/>
          </a:xfrm>
        </p:spPr>
        <p:txBody>
          <a:bodyPr/>
          <a:lstStyle>
            <a:lvl1pPr>
              <a:defRPr sz="1400">
                <a:solidFill>
                  <a:schemeClr val="tx1"/>
                </a:solidFill>
              </a:defRPr>
            </a:lvl1pPr>
          </a:lstStyle>
          <a:p>
            <a:r>
              <a:rPr lang="en-US"/>
              <a:t>Click icon to add chart</a:t>
            </a:r>
            <a:endParaRPr lang="en-GB"/>
          </a:p>
        </p:txBody>
      </p:sp>
      <p:sp>
        <p:nvSpPr>
          <p:cNvPr id="8" name="Chart Placeholder 5">
            <a:extLst>
              <a:ext uri="{FF2B5EF4-FFF2-40B4-BE49-F238E27FC236}">
                <a16:creationId xmlns:a16="http://schemas.microsoft.com/office/drawing/2014/main" id="{E458C3C2-CF33-4CB9-8804-AE329310D4BD}"/>
              </a:ext>
            </a:extLst>
          </p:cNvPr>
          <p:cNvSpPr>
            <a:spLocks noGrp="1"/>
          </p:cNvSpPr>
          <p:nvPr>
            <p:ph type="chart" sz="quarter" idx="15"/>
          </p:nvPr>
        </p:nvSpPr>
        <p:spPr>
          <a:xfrm>
            <a:off x="6053496" y="1230122"/>
            <a:ext cx="4650351" cy="4197542"/>
          </a:xfrm>
        </p:spPr>
        <p:txBody>
          <a:bodyPr/>
          <a:lstStyle>
            <a:lvl1pPr>
              <a:defRPr sz="1400">
                <a:solidFill>
                  <a:schemeClr val="tx1"/>
                </a:solidFill>
              </a:defRPr>
            </a:lvl1pPr>
          </a:lstStyle>
          <a:p>
            <a:r>
              <a:rPr lang="en-US"/>
              <a:t>Click icon to add chart</a:t>
            </a:r>
            <a:endParaRPr lang="en-GB"/>
          </a:p>
        </p:txBody>
      </p:sp>
      <p:sp>
        <p:nvSpPr>
          <p:cNvPr id="3" name="Date Placeholder 2"/>
          <p:cNvSpPr>
            <a:spLocks noGrp="1"/>
          </p:cNvSpPr>
          <p:nvPr>
            <p:ph type="dt" sz="half" idx="16"/>
          </p:nvPr>
        </p:nvSpPr>
        <p:spPr/>
        <p:txBody>
          <a:bodyPr/>
          <a:lstStyle/>
          <a:p>
            <a:endParaRPr lang="en-GB" dirty="0"/>
          </a:p>
        </p:txBody>
      </p:sp>
      <p:sp>
        <p:nvSpPr>
          <p:cNvPr id="4" name="Slide Number Placeholder 3"/>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18756451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SmartArt</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4" name="SmartArt Placeholder 3">
            <a:extLst>
              <a:ext uri="{FF2B5EF4-FFF2-40B4-BE49-F238E27FC236}">
                <a16:creationId xmlns:a16="http://schemas.microsoft.com/office/drawing/2014/main" id="{33CEEB8A-45DE-442C-B018-839DF31F2C9D}"/>
              </a:ext>
            </a:extLst>
          </p:cNvPr>
          <p:cNvSpPr>
            <a:spLocks noGrp="1"/>
          </p:cNvSpPr>
          <p:nvPr>
            <p:ph type="dgm" sz="quarter" idx="15"/>
          </p:nvPr>
        </p:nvSpPr>
        <p:spPr>
          <a:xfrm>
            <a:off x="600075" y="1230313"/>
            <a:ext cx="10083800" cy="4197351"/>
          </a:xfrm>
        </p:spPr>
        <p:txBody>
          <a:bodyPr lIns="144000" tIns="108000"/>
          <a:lstStyle>
            <a:lvl1pPr>
              <a:defRPr sz="1400">
                <a:solidFill>
                  <a:schemeClr val="tx1"/>
                </a:solidFill>
              </a:defRPr>
            </a:lvl1pPr>
          </a:lstStyle>
          <a:p>
            <a:r>
              <a:rPr lang="en-US"/>
              <a:t>Click icon to add SmartArt graphic</a:t>
            </a:r>
            <a:endParaRPr lang="en-GB" dirty="0"/>
          </a:p>
        </p:txBody>
      </p:sp>
      <p:sp>
        <p:nvSpPr>
          <p:cNvPr id="3" name="Date Placeholder 2"/>
          <p:cNvSpPr>
            <a:spLocks noGrp="1"/>
          </p:cNvSpPr>
          <p:nvPr>
            <p:ph type="dt" sz="half" idx="16"/>
          </p:nvPr>
        </p:nvSpPr>
        <p:spPr/>
        <p:txBody>
          <a:bodyPr/>
          <a:lstStyle/>
          <a:p>
            <a:endParaRPr lang="en-GB" dirty="0"/>
          </a:p>
        </p:txBody>
      </p:sp>
      <p:sp>
        <p:nvSpPr>
          <p:cNvPr id="6" name="Slide Number Placeholder 5"/>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3717683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 Graphic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hasCustomPrompt="1"/>
          </p:nvPr>
        </p:nvSpPr>
        <p:spPr/>
        <p:txBody>
          <a:bodyPr/>
          <a:lstStyle>
            <a:lvl1pPr>
              <a:defRPr/>
            </a:lvl1pPr>
          </a:lstStyle>
          <a:p>
            <a:r>
              <a:rPr lang="en-US" dirty="0"/>
              <a:t>Custom Graphics</a:t>
            </a:r>
            <a:endParaRPr lang="en-GB" dirty="0"/>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4" name="Text Placeholder 3">
            <a:extLst>
              <a:ext uri="{FF2B5EF4-FFF2-40B4-BE49-F238E27FC236}">
                <a16:creationId xmlns:a16="http://schemas.microsoft.com/office/drawing/2014/main" id="{DD279792-438F-4540-B064-59FF4CB006E5}"/>
              </a:ext>
            </a:extLst>
          </p:cNvPr>
          <p:cNvSpPr>
            <a:spLocks noGrp="1"/>
          </p:cNvSpPr>
          <p:nvPr>
            <p:ph type="body" sz="quarter" idx="12" hasCustomPrompt="1"/>
          </p:nvPr>
        </p:nvSpPr>
        <p:spPr>
          <a:xfrm>
            <a:off x="591527" y="1406942"/>
            <a:ext cx="3960000" cy="792000"/>
          </a:xfrm>
          <a:solidFill>
            <a:schemeClr val="tx1"/>
          </a:solidFill>
        </p:spPr>
        <p:txBody>
          <a:bodyPr lIns="144000" tIns="144000" rIns="144000" bIns="144000"/>
          <a:lstStyle>
            <a:lvl1pPr>
              <a:spcBef>
                <a:spcPts val="0"/>
              </a:spcBef>
              <a:spcAft>
                <a:spcPts val="0"/>
              </a:spcAft>
              <a:defRPr sz="1800" b="1">
                <a:solidFill>
                  <a:schemeClr val="bg2"/>
                </a:solidFill>
              </a:defRPr>
            </a:lvl1pPr>
            <a:lvl2pPr>
              <a:spcBef>
                <a:spcPts val="0"/>
              </a:spcBef>
              <a:defRPr>
                <a:solidFill>
                  <a:schemeClr val="bg2"/>
                </a:solidFill>
              </a:defRPr>
            </a:lvl2pPr>
            <a:lvl3pPr>
              <a:spcBef>
                <a:spcPts val="0"/>
              </a:spcBef>
              <a:defRPr>
                <a:solidFill>
                  <a:schemeClr val="bg2"/>
                </a:solidFill>
              </a:defRPr>
            </a:lvl3pPr>
            <a:lvl4pPr>
              <a:spcBef>
                <a:spcPts val="0"/>
              </a:spcBef>
              <a:defRPr>
                <a:solidFill>
                  <a:schemeClr val="bg2"/>
                </a:solidFill>
              </a:defRPr>
            </a:lvl4pPr>
            <a:lvl5pPr>
              <a:spcBef>
                <a:spcPts val="0"/>
              </a:spcBef>
              <a:defRPr>
                <a:solidFill>
                  <a:schemeClr val="bg2"/>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ext Placeholder 3">
            <a:extLst>
              <a:ext uri="{FF2B5EF4-FFF2-40B4-BE49-F238E27FC236}">
                <a16:creationId xmlns:a16="http://schemas.microsoft.com/office/drawing/2014/main" id="{60303E1E-61F6-443C-A0F7-1058BB4E43B1}"/>
              </a:ext>
            </a:extLst>
          </p:cNvPr>
          <p:cNvSpPr>
            <a:spLocks noGrp="1"/>
          </p:cNvSpPr>
          <p:nvPr>
            <p:ph type="body" sz="quarter" idx="13" hasCustomPrompt="1"/>
          </p:nvPr>
        </p:nvSpPr>
        <p:spPr>
          <a:xfrm>
            <a:off x="591527" y="2313853"/>
            <a:ext cx="3960000" cy="792000"/>
          </a:xfrm>
          <a:solidFill>
            <a:schemeClr val="tx2"/>
          </a:solid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ext Placeholder 3">
            <a:extLst>
              <a:ext uri="{FF2B5EF4-FFF2-40B4-BE49-F238E27FC236}">
                <a16:creationId xmlns:a16="http://schemas.microsoft.com/office/drawing/2014/main" id="{E2A84125-9005-4533-BECC-81A7366A665C}"/>
              </a:ext>
            </a:extLst>
          </p:cNvPr>
          <p:cNvSpPr>
            <a:spLocks noGrp="1"/>
          </p:cNvSpPr>
          <p:nvPr>
            <p:ph type="body" sz="quarter" idx="14" hasCustomPrompt="1"/>
          </p:nvPr>
        </p:nvSpPr>
        <p:spPr>
          <a:xfrm>
            <a:off x="591527" y="3220764"/>
            <a:ext cx="3960000" cy="792000"/>
          </a:xfrm>
          <a:solidFill>
            <a:schemeClr val="bg1"/>
          </a:solidFill>
          <a:ln w="25400">
            <a:solidFill>
              <a:schemeClr val="accent1"/>
            </a:solidFill>
          </a:ln>
        </p:spPr>
        <p:txBody>
          <a:bodyPr lIns="144000" tIns="144000" rIns="144000" bIns="144000" anchor="ctr" anchorCtr="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2" name="Text Placeholder 3">
            <a:extLst>
              <a:ext uri="{FF2B5EF4-FFF2-40B4-BE49-F238E27FC236}">
                <a16:creationId xmlns:a16="http://schemas.microsoft.com/office/drawing/2014/main" id="{26813962-FD3C-4FB9-B491-C767A671C6A8}"/>
              </a:ext>
            </a:extLst>
          </p:cNvPr>
          <p:cNvSpPr>
            <a:spLocks noGrp="1"/>
          </p:cNvSpPr>
          <p:nvPr>
            <p:ph type="body" sz="quarter" idx="15" hasCustomPrompt="1"/>
          </p:nvPr>
        </p:nvSpPr>
        <p:spPr>
          <a:xfrm>
            <a:off x="591527" y="4127675"/>
            <a:ext cx="3960000" cy="792000"/>
          </a:xfrm>
          <a:solidFill>
            <a:schemeClr val="bg1"/>
          </a:solidFill>
          <a:ln w="25400">
            <a:noFill/>
          </a:ln>
        </p:spPr>
        <p:txBody>
          <a:bodyPr lIns="144000" tIns="144000" rIns="144000" bIns="144000"/>
          <a:lstStyle>
            <a:lvl1pPr algn="ctr">
              <a:spcBef>
                <a:spcPts val="0"/>
              </a:spcBef>
              <a:spcAft>
                <a:spcPts val="0"/>
              </a:spcAft>
              <a:defRPr sz="1800" b="1">
                <a:solidFill>
                  <a:schemeClr val="tx1"/>
                </a:solidFill>
              </a:defRPr>
            </a:lvl1pPr>
            <a:lvl2pPr algn="ctr">
              <a:spcBef>
                <a:spcPts val="0"/>
              </a:spcBef>
              <a:defRPr>
                <a:solidFill>
                  <a:schemeClr val="tx1"/>
                </a:solidFill>
              </a:defRPr>
            </a:lvl2pPr>
            <a:lvl3pPr marL="0" indent="0" algn="ctr">
              <a:spcBef>
                <a:spcPts val="0"/>
              </a:spcBef>
              <a:buNone/>
              <a:defRPr>
                <a:solidFill>
                  <a:schemeClr val="tx1"/>
                </a:solidFill>
              </a:defRPr>
            </a:lvl3pPr>
            <a:lvl4pPr marL="0" indent="0" algn="ctr">
              <a:spcBef>
                <a:spcPts val="0"/>
              </a:spcBef>
              <a:buNone/>
              <a:defRPr>
                <a:solidFill>
                  <a:schemeClr val="tx1"/>
                </a:solidFill>
              </a:defRPr>
            </a:lvl4pPr>
            <a:lvl5pPr algn="ctr">
              <a:spcBef>
                <a:spcPts val="0"/>
              </a:spcBef>
              <a:defRPr>
                <a:solidFill>
                  <a:schemeClr val="tx1"/>
                </a:solidFill>
              </a:defRPr>
            </a:lvl5pPr>
          </a:lstStyle>
          <a:p>
            <a:pPr lvl="0"/>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Text Placeholder 3">
            <a:extLst>
              <a:ext uri="{FF2B5EF4-FFF2-40B4-BE49-F238E27FC236}">
                <a16:creationId xmlns:a16="http://schemas.microsoft.com/office/drawing/2014/main" id="{4D7DFDB3-DCB5-4B48-9EEA-A4734FB47415}"/>
              </a:ext>
            </a:extLst>
          </p:cNvPr>
          <p:cNvSpPr>
            <a:spLocks noGrp="1"/>
          </p:cNvSpPr>
          <p:nvPr>
            <p:ph type="body" sz="quarter" idx="16" hasCustomPrompt="1"/>
          </p:nvPr>
        </p:nvSpPr>
        <p:spPr>
          <a:xfrm>
            <a:off x="591527" y="5034586"/>
            <a:ext cx="3960000" cy="792000"/>
          </a:xfrm>
          <a:noFill/>
        </p:spPr>
        <p:txBody>
          <a:bodyPr lIns="144000" tIns="144000" rIns="144000" bIns="144000"/>
          <a:lstStyle>
            <a:lvl1pPr marL="0" marR="0" indent="0" algn="l" defTabSz="914400" rtl="0" eaLnBrk="1" fontAlgn="auto" latinLnBrk="0" hangingPunct="1">
              <a:lnSpc>
                <a:spcPct val="90000"/>
              </a:lnSpc>
              <a:spcBef>
                <a:spcPts val="0"/>
              </a:spcBef>
              <a:spcAft>
                <a:spcPts val="0"/>
              </a:spcAft>
              <a:buClrTx/>
              <a:buSzTx/>
              <a:buFont typeface="Arial" panose="020B0604020202020204" pitchFamily="34" charset="0"/>
              <a:buNone/>
              <a:tabLst/>
              <a:defRPr sz="1800" b="1">
                <a:solidFill>
                  <a:schemeClr val="tx1"/>
                </a:solidFill>
              </a:defRPr>
            </a:lvl1pPr>
            <a:lvl2pPr>
              <a:spcBef>
                <a:spcPts val="0"/>
              </a:spcBef>
              <a:defRPr/>
            </a:lvl2pPr>
            <a:lvl3pPr>
              <a:spcBef>
                <a:spcPts val="0"/>
              </a:spcBef>
              <a:defRPr/>
            </a:lvl3pPr>
            <a:lvl4pPr>
              <a:spcBef>
                <a:spcPts val="0"/>
              </a:spcBef>
              <a:defRPr/>
            </a:lvl4pPr>
            <a:lvl5pPr>
              <a:spcBef>
                <a:spcPts val="0"/>
              </a:spcBef>
              <a:defRPr/>
            </a:lvl5pPr>
          </a:lstStyle>
          <a:p>
            <a:pPr marL="0" marR="0" lvl="0" indent="0" algn="l" defTabSz="914400" rtl="0" eaLnBrk="1" fontAlgn="auto" latinLnBrk="0" hangingPunct="1">
              <a:lnSpc>
                <a:spcPct val="90000"/>
              </a:lnSpc>
              <a:spcBef>
                <a:spcPts val="500"/>
              </a:spcBef>
              <a:spcAft>
                <a:spcPts val="0"/>
              </a:spcAft>
              <a:buClrTx/>
              <a:buSzTx/>
              <a:buFont typeface="Arial" panose="020B0604020202020204" pitchFamily="34" charset="0"/>
              <a:buNone/>
              <a:tabLst/>
              <a:defRPr/>
            </a:pPr>
            <a:r>
              <a:rPr lang="en-US" dirty="0"/>
              <a:t>Click to add text</a:t>
            </a:r>
          </a:p>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3" name="Date Placeholder 2"/>
          <p:cNvSpPr>
            <a:spLocks noGrp="1"/>
          </p:cNvSpPr>
          <p:nvPr>
            <p:ph type="dt" sz="half" idx="17"/>
          </p:nvPr>
        </p:nvSpPr>
        <p:spPr/>
        <p:txBody>
          <a:bodyPr/>
          <a:lstStyle/>
          <a:p>
            <a:endParaRPr lang="en-GB" dirty="0"/>
          </a:p>
        </p:txBody>
      </p:sp>
      <p:sp>
        <p:nvSpPr>
          <p:cNvPr id="6" name="Slide Number Placeholder 5"/>
          <p:cNvSpPr>
            <a:spLocks noGrp="1"/>
          </p:cNvSpPr>
          <p:nvPr>
            <p:ph type="sldNum" sz="quarter" idx="18"/>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927606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6BD6C96-781C-4A3F-97CF-70B1B00818F8}"/>
              </a:ext>
            </a:extLst>
          </p:cNvPr>
          <p:cNvSpPr/>
          <p:nvPr userDrawn="1"/>
        </p:nvSpPr>
        <p:spPr>
          <a:xfrm>
            <a:off x="0" y="0"/>
            <a:ext cx="12191999" cy="5181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ooter Placeholder 4"/>
          <p:cNvSpPr>
            <a:spLocks noGrp="1"/>
          </p:cNvSpPr>
          <p:nvPr>
            <p:ph type="ftr" sz="quarter" idx="11"/>
          </p:nvPr>
        </p:nvSpPr>
        <p:spPr/>
        <p:txBody>
          <a:bodyPr/>
          <a:lstStyle/>
          <a:p>
            <a:r>
              <a:rPr lang="en-AU"/>
              <a:t>Deakin University CRICOS Provider Code: 00113B</a:t>
            </a:r>
            <a:endParaRPr lang="en-GB"/>
          </a:p>
        </p:txBody>
      </p:sp>
      <p:sp>
        <p:nvSpPr>
          <p:cNvPr id="8" name="Text Placeholder 7">
            <a:extLst>
              <a:ext uri="{FF2B5EF4-FFF2-40B4-BE49-F238E27FC236}">
                <a16:creationId xmlns:a16="http://schemas.microsoft.com/office/drawing/2014/main" id="{F085DE56-C228-4F1A-AD46-9A998DCBDF74}"/>
              </a:ext>
            </a:extLst>
          </p:cNvPr>
          <p:cNvSpPr>
            <a:spLocks noGrp="1"/>
          </p:cNvSpPr>
          <p:nvPr>
            <p:ph type="body" sz="quarter" idx="12"/>
          </p:nvPr>
        </p:nvSpPr>
        <p:spPr>
          <a:xfrm>
            <a:off x="2337968" y="1594348"/>
            <a:ext cx="3379544" cy="1485472"/>
          </a:xfrm>
          <a:prstGeom prst="wedgeRoundRectCallout">
            <a:avLst>
              <a:gd name="adj1" fmla="val 40118"/>
              <a:gd name="adj2" fmla="val 73896"/>
              <a:gd name="adj3" fmla="val 16667"/>
            </a:avLst>
          </a:prstGeom>
          <a:solidFill>
            <a:schemeClr val="accent2"/>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9" name="Title 8">
            <a:extLst>
              <a:ext uri="{FF2B5EF4-FFF2-40B4-BE49-F238E27FC236}">
                <a16:creationId xmlns:a16="http://schemas.microsoft.com/office/drawing/2014/main" id="{2A30D1EE-4D1E-499A-A8ED-95AEBD77D534}"/>
              </a:ext>
            </a:extLst>
          </p:cNvPr>
          <p:cNvSpPr>
            <a:spLocks noGrp="1"/>
          </p:cNvSpPr>
          <p:nvPr>
            <p:ph type="title" hasCustomPrompt="1"/>
          </p:nvPr>
        </p:nvSpPr>
        <p:spPr/>
        <p:txBody>
          <a:bodyPr/>
          <a:lstStyle>
            <a:lvl1pPr>
              <a:defRPr/>
            </a:lvl1pPr>
          </a:lstStyle>
          <a:p>
            <a:r>
              <a:rPr lang="en-US" dirty="0"/>
              <a:t>Speech Bubbles</a:t>
            </a:r>
            <a:endParaRPr lang="en-GB" dirty="0"/>
          </a:p>
        </p:txBody>
      </p:sp>
      <p:sp>
        <p:nvSpPr>
          <p:cNvPr id="10" name="Text Placeholder 7">
            <a:extLst>
              <a:ext uri="{FF2B5EF4-FFF2-40B4-BE49-F238E27FC236}">
                <a16:creationId xmlns:a16="http://schemas.microsoft.com/office/drawing/2014/main" id="{72FD5BAD-4E1C-4BA1-A864-AD6B442766B7}"/>
              </a:ext>
            </a:extLst>
          </p:cNvPr>
          <p:cNvSpPr>
            <a:spLocks noGrp="1"/>
          </p:cNvSpPr>
          <p:nvPr>
            <p:ph type="body" sz="quarter" idx="13"/>
          </p:nvPr>
        </p:nvSpPr>
        <p:spPr>
          <a:xfrm>
            <a:off x="6256825" y="1271116"/>
            <a:ext cx="3379544" cy="2131936"/>
          </a:xfrm>
          <a:prstGeom prst="wedgeRoundRectCallout">
            <a:avLst>
              <a:gd name="adj1" fmla="val 3699"/>
              <a:gd name="adj2" fmla="val 63310"/>
              <a:gd name="adj3" fmla="val 16667"/>
            </a:avLst>
          </a:prstGeom>
          <a:solidFill>
            <a:schemeClr val="tx2"/>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1" name="Text Placeholder 7">
            <a:extLst>
              <a:ext uri="{FF2B5EF4-FFF2-40B4-BE49-F238E27FC236}">
                <a16:creationId xmlns:a16="http://schemas.microsoft.com/office/drawing/2014/main" id="{A0A35F0C-1A2A-4382-9CE0-662C7D94B027}"/>
              </a:ext>
            </a:extLst>
          </p:cNvPr>
          <p:cNvSpPr>
            <a:spLocks noGrp="1"/>
          </p:cNvSpPr>
          <p:nvPr>
            <p:ph type="body" sz="quarter" idx="14"/>
          </p:nvPr>
        </p:nvSpPr>
        <p:spPr>
          <a:xfrm>
            <a:off x="6256825" y="4076290"/>
            <a:ext cx="3379544" cy="1575908"/>
          </a:xfrm>
          <a:prstGeom prst="wedgeRoundRectCallout">
            <a:avLst>
              <a:gd name="adj1" fmla="val 37888"/>
              <a:gd name="adj2" fmla="val 65661"/>
              <a:gd name="adj3" fmla="val 16667"/>
            </a:avLst>
          </a:prstGeom>
          <a:solidFill>
            <a:schemeClr val="accent6"/>
          </a:solidFill>
        </p:spPr>
        <p:txBody>
          <a:bodyPr/>
          <a:lstStyle>
            <a:lvl1pPr>
              <a:spcBef>
                <a:spcPts val="500"/>
              </a:spcBef>
              <a:spcAft>
                <a:spcPts val="0"/>
              </a:spcAft>
              <a:defRPr sz="1700">
                <a:solidFill>
                  <a:schemeClr val="tx1"/>
                </a:solidFill>
              </a:defRPr>
            </a:lvl1pPr>
            <a:lvl2pPr marL="180000" indent="-180000">
              <a:buSzPct val="110000"/>
              <a:buFont typeface="Arial" panose="020B0604020202020204" pitchFamily="34" charset="0"/>
              <a:buChar char="•"/>
              <a:defRPr/>
            </a:lvl2pPr>
            <a:lvl3pPr marL="180000" indent="0">
              <a:buNone/>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2" name="Text Placeholder 7">
            <a:extLst>
              <a:ext uri="{FF2B5EF4-FFF2-40B4-BE49-F238E27FC236}">
                <a16:creationId xmlns:a16="http://schemas.microsoft.com/office/drawing/2014/main" id="{6744FA5E-A949-41D0-8825-88D17F22D9E5}"/>
              </a:ext>
            </a:extLst>
          </p:cNvPr>
          <p:cNvSpPr>
            <a:spLocks noGrp="1"/>
          </p:cNvSpPr>
          <p:nvPr>
            <p:ph type="body" sz="quarter" idx="15"/>
          </p:nvPr>
        </p:nvSpPr>
        <p:spPr>
          <a:xfrm>
            <a:off x="2337968" y="3793252"/>
            <a:ext cx="3379544" cy="2100105"/>
          </a:xfrm>
          <a:prstGeom prst="wedgeRoundRectCallout">
            <a:avLst>
              <a:gd name="adj1" fmla="val 4736"/>
              <a:gd name="adj2" fmla="val 67336"/>
              <a:gd name="adj3" fmla="val 16667"/>
            </a:avLst>
          </a:prstGeom>
          <a:solidFill>
            <a:schemeClr val="tx1"/>
          </a:solidFill>
        </p:spPr>
        <p:txBody>
          <a:bodyPr/>
          <a:lstStyle>
            <a:lvl1pPr>
              <a:spcBef>
                <a:spcPts val="500"/>
              </a:spcBef>
              <a:spcAft>
                <a:spcPts val="0"/>
              </a:spcAft>
              <a:defRPr sz="1700">
                <a:solidFill>
                  <a:schemeClr val="bg1"/>
                </a:solidFill>
              </a:defRPr>
            </a:lvl1pPr>
            <a:lvl2pPr marL="180000" indent="-180000">
              <a:buSzPct val="110000"/>
              <a:buFont typeface="Arial" panose="020B0604020202020204" pitchFamily="34" charset="0"/>
              <a:buChar char="•"/>
              <a:defRPr>
                <a:solidFill>
                  <a:schemeClr val="bg1"/>
                </a:solidFill>
              </a:defRPr>
            </a:lvl2pPr>
            <a:lvl3pPr marL="180000" indent="0">
              <a:buNone/>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Date Placeholder 1"/>
          <p:cNvSpPr>
            <a:spLocks noGrp="1"/>
          </p:cNvSpPr>
          <p:nvPr>
            <p:ph type="dt" sz="half" idx="16"/>
          </p:nvPr>
        </p:nvSpPr>
        <p:spPr/>
        <p:txBody>
          <a:bodyPr/>
          <a:lstStyle/>
          <a:p>
            <a:endParaRPr lang="en-GB" dirty="0"/>
          </a:p>
        </p:txBody>
      </p:sp>
      <p:sp>
        <p:nvSpPr>
          <p:cNvPr id="3" name="Slide Number Placeholder 2"/>
          <p:cNvSpPr>
            <a:spLocks noGrp="1"/>
          </p:cNvSpPr>
          <p:nvPr>
            <p:ph type="sldNum" sz="quarter" idx="17"/>
          </p:nvPr>
        </p:nvSpPr>
        <p:spPr/>
        <p:txBody>
          <a:bodyPr/>
          <a:lstStyle/>
          <a:p>
            <a:fld id="{F5AEA0E0-5CC6-4BD0-905C-A0021E419432}" type="slidenum">
              <a:rPr lang="en-GB" smtClean="0"/>
              <a:pPr/>
              <a:t>‹#›</a:t>
            </a:fld>
            <a:endParaRPr lang="en-GB" dirty="0"/>
          </a:p>
        </p:txBody>
      </p:sp>
    </p:spTree>
    <p:extLst>
      <p:ext uri="{BB962C8B-B14F-4D97-AF65-F5344CB8AC3E}">
        <p14:creationId xmlns:p14="http://schemas.microsoft.com/office/powerpoint/2010/main" val="3584427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9048AE-08BE-402E-873C-33C2A2F243B8}"/>
              </a:ext>
            </a:extLst>
          </p:cNvPr>
          <p:cNvSpPr>
            <a:spLocks noGrp="1"/>
          </p:cNvSpPr>
          <p:nvPr>
            <p:ph type="title"/>
          </p:nvPr>
        </p:nvSpPr>
        <p:spPr/>
        <p:txBody>
          <a:bodyPr/>
          <a:lstStyle/>
          <a:p>
            <a:r>
              <a:rPr lang="zh-CN" altLang="en-US"/>
              <a:t>单击此处编辑母版标题样式</a:t>
            </a:r>
            <a:endParaRPr lang="en-GB"/>
          </a:p>
        </p:txBody>
      </p:sp>
      <p:sp>
        <p:nvSpPr>
          <p:cNvPr id="3" name="内容占位符 2">
            <a:extLst>
              <a:ext uri="{FF2B5EF4-FFF2-40B4-BE49-F238E27FC236}">
                <a16:creationId xmlns:a16="http://schemas.microsoft.com/office/drawing/2014/main" id="{BD7EE10C-B7DE-49E8-A192-497DC49D1E81}"/>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GB"/>
          </a:p>
        </p:txBody>
      </p:sp>
      <p:sp>
        <p:nvSpPr>
          <p:cNvPr id="4" name="日期占位符 3">
            <a:extLst>
              <a:ext uri="{FF2B5EF4-FFF2-40B4-BE49-F238E27FC236}">
                <a16:creationId xmlns:a16="http://schemas.microsoft.com/office/drawing/2014/main" id="{94AB6915-1B9D-4373-A129-9070D3CE98F0}"/>
              </a:ext>
            </a:extLst>
          </p:cNvPr>
          <p:cNvSpPr>
            <a:spLocks noGrp="1"/>
          </p:cNvSpPr>
          <p:nvPr>
            <p:ph type="dt" sz="half" idx="10"/>
          </p:nvPr>
        </p:nvSpPr>
        <p:spPr/>
        <p:txBody>
          <a:bodyPr/>
          <a:lstStyle/>
          <a:p>
            <a:fld id="{C9D59B0D-5B90-4BC7-BBDC-BF4C151AF01C}" type="datetime1">
              <a:rPr lang="en-GB" smtClean="0"/>
              <a:t>16/07/2025</a:t>
            </a:fld>
            <a:endParaRPr lang="en-GB"/>
          </a:p>
        </p:txBody>
      </p:sp>
      <p:sp>
        <p:nvSpPr>
          <p:cNvPr id="5" name="页脚占位符 4">
            <a:extLst>
              <a:ext uri="{FF2B5EF4-FFF2-40B4-BE49-F238E27FC236}">
                <a16:creationId xmlns:a16="http://schemas.microsoft.com/office/drawing/2014/main" id="{108D0C6A-968D-42FF-9A85-4203D3456804}"/>
              </a:ext>
            </a:extLst>
          </p:cNvPr>
          <p:cNvSpPr>
            <a:spLocks noGrp="1"/>
          </p:cNvSpPr>
          <p:nvPr>
            <p:ph type="ftr" sz="quarter" idx="11"/>
          </p:nvPr>
        </p:nvSpPr>
        <p:spPr/>
        <p:txBody>
          <a:bodyPr/>
          <a:lstStyle/>
          <a:p>
            <a:r>
              <a:rPr lang="en-GB" dirty="0"/>
              <a:t>by </a:t>
            </a:r>
            <a:r>
              <a:rPr lang="en-US" altLang="zh-CN" dirty="0" err="1"/>
              <a:t>Bingqing</a:t>
            </a:r>
            <a:r>
              <a:rPr lang="zh-CN" altLang="en-US" dirty="0"/>
              <a:t> </a:t>
            </a:r>
            <a:r>
              <a:rPr lang="en-US" altLang="zh-CN" dirty="0" err="1"/>
              <a:t>Xiong</a:t>
            </a:r>
            <a:endParaRPr lang="en-GB" dirty="0"/>
          </a:p>
        </p:txBody>
      </p:sp>
      <p:sp>
        <p:nvSpPr>
          <p:cNvPr id="6" name="灯片编号占位符 5">
            <a:extLst>
              <a:ext uri="{FF2B5EF4-FFF2-40B4-BE49-F238E27FC236}">
                <a16:creationId xmlns:a16="http://schemas.microsoft.com/office/drawing/2014/main" id="{989AAC98-65BF-459E-B74C-854A4A896441}"/>
              </a:ext>
            </a:extLst>
          </p:cNvPr>
          <p:cNvSpPr>
            <a:spLocks noGrp="1"/>
          </p:cNvSpPr>
          <p:nvPr>
            <p:ph type="sldNum" sz="quarter" idx="12"/>
          </p:nvPr>
        </p:nvSpPr>
        <p:spPr/>
        <p:txBody>
          <a:bodyPr/>
          <a:lstStyle/>
          <a:p>
            <a:fld id="{94484FCA-34D3-4F38-8D17-26869140C344}" type="slidenum">
              <a:rPr lang="en-GB" smtClean="0"/>
              <a:t>‹#›</a:t>
            </a:fld>
            <a:endParaRPr lang="en-GB"/>
          </a:p>
        </p:txBody>
      </p:sp>
    </p:spTree>
    <p:extLst>
      <p:ext uri="{BB962C8B-B14F-4D97-AF65-F5344CB8AC3E}">
        <p14:creationId xmlns:p14="http://schemas.microsoft.com/office/powerpoint/2010/main" val="2779848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C4ED600E-90B7-4D49-803F-18C3CB208852}"/>
              </a:ext>
            </a:extLst>
          </p:cNvPr>
          <p:cNvSpPr/>
          <p:nvPr userDrawn="1"/>
        </p:nvSpPr>
        <p:spPr>
          <a:xfrm flipV="1">
            <a:off x="0" y="-1"/>
            <a:ext cx="8769311" cy="1230123"/>
          </a:xfrm>
          <a:custGeom>
            <a:avLst/>
            <a:gdLst>
              <a:gd name="connsiteX0" fmla="*/ 741970 w 8769311"/>
              <a:gd name="connsiteY0" fmla="*/ 1230123 h 1230123"/>
              <a:gd name="connsiteX1" fmla="*/ 1254832 w 8769311"/>
              <a:gd name="connsiteY1" fmla="*/ 1230123 h 1230123"/>
              <a:gd name="connsiteX2" fmla="*/ 1254832 w 8769311"/>
              <a:gd name="connsiteY2" fmla="*/ 1230122 h 1230123"/>
              <a:gd name="connsiteX3" fmla="*/ 8769275 w 8769311"/>
              <a:gd name="connsiteY3" fmla="*/ 1230122 h 1230123"/>
              <a:gd name="connsiteX4" fmla="*/ 8769311 w 8769311"/>
              <a:gd name="connsiteY4" fmla="*/ 1229400 h 1230123"/>
              <a:gd name="connsiteX5" fmla="*/ 7560373 w 8769311"/>
              <a:gd name="connsiteY5" fmla="*/ 0 h 1230123"/>
              <a:gd name="connsiteX6" fmla="*/ 3733364 w 8769311"/>
              <a:gd name="connsiteY6" fmla="*/ 0 h 1230123"/>
              <a:gd name="connsiteX7" fmla="*/ 2463698 w 8769311"/>
              <a:gd name="connsiteY7" fmla="*/ 0 h 1230123"/>
              <a:gd name="connsiteX8" fmla="*/ 0 w 8769311"/>
              <a:gd name="connsiteY8" fmla="*/ 0 h 1230123"/>
              <a:gd name="connsiteX9" fmla="*/ 0 w 8769311"/>
              <a:gd name="connsiteY9" fmla="*/ 1230122 h 1230123"/>
              <a:gd name="connsiteX10" fmla="*/ 741970 w 8769311"/>
              <a:gd name="connsiteY10" fmla="*/ 1230122 h 1230123"/>
              <a:gd name="connsiteX11" fmla="*/ 741970 w 8769311"/>
              <a:gd name="connsiteY11" fmla="*/ 1230123 h 1230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769311" h="1230123">
                <a:moveTo>
                  <a:pt x="741970" y="1230123"/>
                </a:moveTo>
                <a:lnTo>
                  <a:pt x="1254832" y="1230123"/>
                </a:lnTo>
                <a:lnTo>
                  <a:pt x="1254832" y="1230122"/>
                </a:lnTo>
                <a:lnTo>
                  <a:pt x="8769275" y="1230122"/>
                </a:lnTo>
                <a:lnTo>
                  <a:pt x="8769311" y="1229400"/>
                </a:lnTo>
                <a:cubicBezTo>
                  <a:pt x="8769311" y="550384"/>
                  <a:pt x="8227985" y="0"/>
                  <a:pt x="7560373" y="0"/>
                </a:cubicBezTo>
                <a:lnTo>
                  <a:pt x="3733364" y="0"/>
                </a:lnTo>
                <a:lnTo>
                  <a:pt x="2463698" y="0"/>
                </a:lnTo>
                <a:lnTo>
                  <a:pt x="0" y="0"/>
                </a:lnTo>
                <a:lnTo>
                  <a:pt x="0" y="1230122"/>
                </a:lnTo>
                <a:lnTo>
                  <a:pt x="741970" y="1230122"/>
                </a:lnTo>
                <a:lnTo>
                  <a:pt x="741970" y="123012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242456" y="270165"/>
            <a:ext cx="8526856" cy="959957"/>
          </a:xfrm>
          <a:prstGeom prst="rect">
            <a:avLst/>
          </a:prstGeom>
        </p:spPr>
        <p:txBody>
          <a:bodyPr vert="horz" lIns="91440" tIns="45720" rIns="91440" bIns="45720" rtlCol="0" anchor="t" anchorCtr="0">
            <a:noAutofit/>
          </a:bodyPr>
          <a:lstStyle/>
          <a:p>
            <a:r>
              <a:rPr lang="en-US"/>
              <a:t>Click to edit Master title style</a:t>
            </a:r>
            <a:endParaRPr lang="en-GB" dirty="0"/>
          </a:p>
        </p:txBody>
      </p:sp>
      <p:sp>
        <p:nvSpPr>
          <p:cNvPr id="3" name="Text Placeholder 2"/>
          <p:cNvSpPr>
            <a:spLocks noGrp="1"/>
          </p:cNvSpPr>
          <p:nvPr>
            <p:ph type="body" idx="1"/>
          </p:nvPr>
        </p:nvSpPr>
        <p:spPr>
          <a:xfrm>
            <a:off x="491187" y="1759351"/>
            <a:ext cx="10193141" cy="3974265"/>
          </a:xfrm>
          <a:prstGeom prst="rect">
            <a:avLst/>
          </a:prstGeom>
          <a:noFill/>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6</a:t>
            </a:r>
          </a:p>
          <a:p>
            <a:pPr lvl="6"/>
            <a:r>
              <a:rPr lang="en-US" dirty="0"/>
              <a:t>7</a:t>
            </a:r>
          </a:p>
          <a:p>
            <a:pPr lvl="7"/>
            <a:r>
              <a:rPr lang="en-US" dirty="0"/>
              <a:t>8</a:t>
            </a:r>
          </a:p>
          <a:p>
            <a:pPr lvl="8"/>
            <a:r>
              <a:rPr lang="en-US" dirty="0"/>
              <a:t>9</a:t>
            </a:r>
            <a:endParaRPr lang="en-GB" dirty="0"/>
          </a:p>
        </p:txBody>
      </p:sp>
      <p:sp>
        <p:nvSpPr>
          <p:cNvPr id="4" name="Date Placeholder 3"/>
          <p:cNvSpPr>
            <a:spLocks noGrp="1"/>
          </p:cNvSpPr>
          <p:nvPr>
            <p:ph type="dt" sz="half" idx="2"/>
          </p:nvPr>
        </p:nvSpPr>
        <p:spPr>
          <a:xfrm>
            <a:off x="242456" y="6330733"/>
            <a:ext cx="1656000" cy="204248"/>
          </a:xfrm>
          <a:prstGeom prst="rect">
            <a:avLst/>
          </a:prstGeom>
        </p:spPr>
        <p:txBody>
          <a:bodyPr vert="horz" lIns="91440" tIns="45720" rIns="91440" bIns="45720" rtlCol="0" anchor="ctr"/>
          <a:lstStyle>
            <a:lvl1pPr algn="l">
              <a:defRPr sz="650">
                <a:solidFill>
                  <a:schemeClr val="tx1"/>
                </a:solidFill>
              </a:defRPr>
            </a:lvl1pPr>
          </a:lstStyle>
          <a:p>
            <a:endParaRPr lang="en-GB" dirty="0"/>
          </a:p>
        </p:txBody>
      </p:sp>
      <p:sp>
        <p:nvSpPr>
          <p:cNvPr id="5" name="Footer Placeholder 4"/>
          <p:cNvSpPr>
            <a:spLocks noGrp="1"/>
          </p:cNvSpPr>
          <p:nvPr>
            <p:ph type="ftr" sz="quarter" idx="3"/>
          </p:nvPr>
        </p:nvSpPr>
        <p:spPr>
          <a:xfrm>
            <a:off x="242456" y="6538912"/>
            <a:ext cx="6624000" cy="204248"/>
          </a:xfrm>
          <a:prstGeom prst="rect">
            <a:avLst/>
          </a:prstGeom>
        </p:spPr>
        <p:txBody>
          <a:bodyPr vert="horz" lIns="91440" tIns="45720" rIns="91440" bIns="45720" rtlCol="0" anchor="ctr"/>
          <a:lstStyle>
            <a:lvl1pPr algn="l">
              <a:defRPr sz="650">
                <a:solidFill>
                  <a:schemeClr val="tx1"/>
                </a:solidFill>
              </a:defRPr>
            </a:lvl1pPr>
          </a:lstStyle>
          <a:p>
            <a:r>
              <a:rPr lang="en-AU" dirty="0"/>
              <a:t>Deakin University CRICOS Provider Code: 00113B</a:t>
            </a:r>
            <a:endParaRPr lang="en-GB" dirty="0"/>
          </a:p>
        </p:txBody>
      </p:sp>
      <p:sp>
        <p:nvSpPr>
          <p:cNvPr id="6" name="Slide Number Placeholder 5"/>
          <p:cNvSpPr>
            <a:spLocks noGrp="1"/>
          </p:cNvSpPr>
          <p:nvPr>
            <p:ph type="sldNum" sz="quarter" idx="4"/>
          </p:nvPr>
        </p:nvSpPr>
        <p:spPr>
          <a:xfrm>
            <a:off x="242456" y="5989006"/>
            <a:ext cx="576000" cy="247558"/>
          </a:xfrm>
          <a:prstGeom prst="rect">
            <a:avLst/>
          </a:prstGeom>
        </p:spPr>
        <p:txBody>
          <a:bodyPr vert="horz" lIns="91440" tIns="45720" rIns="91440" bIns="45720" rtlCol="0" anchor="ctr"/>
          <a:lstStyle>
            <a:lvl1pPr algn="l">
              <a:defRPr sz="1200">
                <a:solidFill>
                  <a:schemeClr val="tx1"/>
                </a:solidFill>
              </a:defRPr>
            </a:lvl1pPr>
          </a:lstStyle>
          <a:p>
            <a:fld id="{F5AEA0E0-5CC6-4BD0-905C-A0021E419432}" type="slidenum">
              <a:rPr lang="en-GB" smtClean="0"/>
              <a:pPr/>
              <a:t>‹#›</a:t>
            </a:fld>
            <a:endParaRPr lang="en-GB" dirty="0"/>
          </a:p>
        </p:txBody>
      </p:sp>
      <p:pic>
        <p:nvPicPr>
          <p:cNvPr id="7" name="Picture 6"/>
          <p:cNvPicPr>
            <a:picLocks noChangeAspect="1"/>
          </p:cNvPicPr>
          <p:nvPr userDrawn="1"/>
        </p:nvPicPr>
        <p:blipFill>
          <a:blip r:embed="rId27">
            <a:extLst>
              <a:ext uri="{28A0092B-C50C-407E-A947-70E740481C1C}">
                <a14:useLocalDpi xmlns:a14="http://schemas.microsoft.com/office/drawing/2010/main" val="0"/>
              </a:ext>
            </a:extLst>
          </a:blip>
          <a:stretch>
            <a:fillRect/>
          </a:stretch>
        </p:blipFill>
        <p:spPr>
          <a:xfrm>
            <a:off x="10737057" y="5439312"/>
            <a:ext cx="1380704" cy="1380704"/>
          </a:xfrm>
          <a:prstGeom prst="rect">
            <a:avLst/>
          </a:prstGeom>
        </p:spPr>
      </p:pic>
      <p:pic>
        <p:nvPicPr>
          <p:cNvPr id="9" name="Picture 8"/>
          <p:cNvPicPr>
            <a:picLocks noChangeAspect="1"/>
          </p:cNvPicPr>
          <p:nvPr userDrawn="1"/>
        </p:nvPicPr>
        <p:blipFill>
          <a:blip r:embed="rId28" cstate="hqprint">
            <a:extLst>
              <a:ext uri="{28A0092B-C50C-407E-A947-70E740481C1C}">
                <a14:useLocalDpi xmlns:a14="http://schemas.microsoft.com/office/drawing/2010/main" val="0"/>
              </a:ext>
            </a:extLst>
          </a:blip>
          <a:stretch>
            <a:fillRect/>
          </a:stretch>
        </p:blipFill>
        <p:spPr>
          <a:xfrm>
            <a:off x="9437079" y="5819465"/>
            <a:ext cx="493303" cy="691869"/>
          </a:xfrm>
          <a:prstGeom prst="rect">
            <a:avLst/>
          </a:prstGeom>
        </p:spPr>
      </p:pic>
      <p:pic>
        <p:nvPicPr>
          <p:cNvPr id="11" name="Picture 10">
            <a:extLst>
              <a:ext uri="{FF2B5EF4-FFF2-40B4-BE49-F238E27FC236}">
                <a16:creationId xmlns:a16="http://schemas.microsoft.com/office/drawing/2014/main" id="{4771DAA0-EBEA-4BE0-9BFC-42C6232DEBC8}"/>
              </a:ext>
            </a:extLst>
          </p:cNvPr>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10034839" y="5819465"/>
            <a:ext cx="776035" cy="662733"/>
          </a:xfrm>
          <a:prstGeom prst="rect">
            <a:avLst/>
          </a:prstGeom>
          <a:noFill/>
          <a:ln>
            <a:noFill/>
          </a:ln>
        </p:spPr>
      </p:pic>
    </p:spTree>
    <p:extLst>
      <p:ext uri="{BB962C8B-B14F-4D97-AF65-F5344CB8AC3E}">
        <p14:creationId xmlns:p14="http://schemas.microsoft.com/office/powerpoint/2010/main" val="2559479050"/>
      </p:ext>
    </p:extLst>
  </p:cSld>
  <p:clrMap bg1="lt1" tx1="dk1" bg2="lt2" tx2="dk2" accent1="accent1" accent2="accent2" accent3="accent3" accent4="accent4" accent5="accent5" accent6="accent6" hlink="hlink" folHlink="folHlink"/>
  <p:sldLayoutIdLst>
    <p:sldLayoutId id="2147483649" r:id="rId1"/>
    <p:sldLayoutId id="2147483659" r:id="rId2"/>
    <p:sldLayoutId id="2147483660" r:id="rId3"/>
    <p:sldLayoutId id="2147483651" r:id="rId4"/>
    <p:sldLayoutId id="2147483661" r:id="rId5"/>
    <p:sldLayoutId id="2147483662" r:id="rId6"/>
    <p:sldLayoutId id="2147483663" r:id="rId7"/>
    <p:sldLayoutId id="2147483650" r:id="rId8"/>
    <p:sldLayoutId id="2147483673" r:id="rId9"/>
    <p:sldLayoutId id="2147483664" r:id="rId10"/>
    <p:sldLayoutId id="2147483671" r:id="rId11"/>
    <p:sldLayoutId id="2147483665" r:id="rId12"/>
    <p:sldLayoutId id="2147483666" r:id="rId13"/>
    <p:sldLayoutId id="2147483667" r:id="rId14"/>
    <p:sldLayoutId id="2147483668" r:id="rId15"/>
    <p:sldLayoutId id="2147483669" r:id="rId16"/>
    <p:sldLayoutId id="2147483670" r:id="rId17"/>
    <p:sldLayoutId id="2147483672" r:id="rId18"/>
    <p:sldLayoutId id="2147483675" r:id="rId19"/>
    <p:sldLayoutId id="2147483676" r:id="rId20"/>
    <p:sldLayoutId id="2147483677" r:id="rId21"/>
    <p:sldLayoutId id="2147483679" r:id="rId22"/>
    <p:sldLayoutId id="2147483678" r:id="rId23"/>
    <p:sldLayoutId id="2147483674" r:id="rId24"/>
    <p:sldLayoutId id="2147483680" r:id="rId25"/>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spcAft>
          <a:spcPts val="2400"/>
        </a:spcAft>
        <a:buFont typeface="Arial" panose="020B0604020202020204" pitchFamily="34" charset="0"/>
        <a:buNone/>
        <a:defRPr sz="3700" kern="1200">
          <a:solidFill>
            <a:schemeClr val="tx2"/>
          </a:solidFill>
          <a:latin typeface="+mn-lt"/>
          <a:ea typeface="+mn-ea"/>
          <a:cs typeface="+mn-cs"/>
        </a:defRPr>
      </a:lvl1pPr>
      <a:lvl2pPr marL="0" indent="0" algn="l" defTabSz="914400" rtl="0" eaLnBrk="1" latinLnBrk="0" hangingPunct="1">
        <a:lnSpc>
          <a:spcPct val="100000"/>
        </a:lnSpc>
        <a:spcBef>
          <a:spcPts val="500"/>
        </a:spcBef>
        <a:spcAft>
          <a:spcPts val="0"/>
        </a:spcAft>
        <a:buFont typeface="Arial" panose="020B0604020202020204" pitchFamily="34" charset="0"/>
        <a:buNone/>
        <a:defRPr sz="1800" kern="1200">
          <a:solidFill>
            <a:schemeClr val="tx1"/>
          </a:solidFill>
          <a:latin typeface="+mn-lt"/>
          <a:ea typeface="+mn-ea"/>
          <a:cs typeface="+mn-cs"/>
        </a:defRPr>
      </a:lvl2pPr>
      <a:lvl3pPr marL="180000" indent="-180000" algn="l" defTabSz="914400" rtl="0" eaLnBrk="1" latinLnBrk="0" hangingPunct="1">
        <a:lnSpc>
          <a:spcPct val="100000"/>
        </a:lnSpc>
        <a:spcBef>
          <a:spcPts val="500"/>
        </a:spcBef>
        <a:buSzPct val="110000"/>
        <a:buFont typeface="Arial" panose="020B0604020202020204" pitchFamily="34" charset="0"/>
        <a:buChar char="•"/>
        <a:defRPr sz="1800" kern="1200">
          <a:solidFill>
            <a:schemeClr val="tx1"/>
          </a:solidFill>
          <a:latin typeface="+mn-lt"/>
          <a:ea typeface="+mn-ea"/>
          <a:cs typeface="+mn-cs"/>
        </a:defRPr>
      </a:lvl3pPr>
      <a:lvl4pPr marL="360000" indent="-180000" algn="l" defTabSz="914400" rtl="0" eaLnBrk="1" latinLnBrk="0" hangingPunct="1">
        <a:lnSpc>
          <a:spcPct val="100000"/>
        </a:lnSpc>
        <a:spcBef>
          <a:spcPts val="500"/>
        </a:spcBef>
        <a:buFont typeface="Calibri" panose="020F0502020204030204" pitchFamily="34" charset="0"/>
        <a:buChar char="–"/>
        <a:defRPr sz="1800" kern="1200">
          <a:solidFill>
            <a:schemeClr val="tx1"/>
          </a:solidFill>
          <a:latin typeface="+mn-lt"/>
          <a:ea typeface="+mn-ea"/>
          <a:cs typeface="+mn-cs"/>
        </a:defRPr>
      </a:lvl4pPr>
      <a:lvl5pPr marL="18000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5pPr>
      <a:lvl6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6pPr>
      <a:lvl7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7pPr>
      <a:lvl8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8pPr>
      <a:lvl9pPr marL="0" indent="0" algn="l"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5.xml"/><Relationship Id="rId1" Type="http://schemas.openxmlformats.org/officeDocument/2006/relationships/video" Target="https://www.youtube.com/embed/x0L75CV5eSI?start=3&amp;feature=oembed" TargetMode="External"/><Relationship Id="rId4"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hyperlink" Target="https://delighted.com/blog/customer-lifetime-value-formula#:~:text=The%20typical%20formula%20used%20to,value%20x%20average%20customer%20lifespan.&amp;text=It's%20essential%20for%20customer%20success,to%20create%20a%20new%20one." TargetMode="External"/><Relationship Id="rId2" Type="http://schemas.openxmlformats.org/officeDocument/2006/relationships/notesSlide" Target="../notesSlides/notesSlide11.xml"/><Relationship Id="rId1" Type="http://schemas.openxmlformats.org/officeDocument/2006/relationships/slideLayout" Target="../slideLayouts/slideLayout25.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6.xml"/><Relationship Id="rId1" Type="http://schemas.openxmlformats.org/officeDocument/2006/relationships/slideLayout" Target="../slideLayouts/slideLayout25.xml"/><Relationship Id="rId4" Type="http://schemas.openxmlformats.org/officeDocument/2006/relationships/image" Target="../media/image17.wmf"/></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8.xml"/><Relationship Id="rId1" Type="http://schemas.openxmlformats.org/officeDocument/2006/relationships/slideLayout" Target="../slideLayouts/slideLayout25.xml"/><Relationship Id="rId5" Type="http://schemas.openxmlformats.org/officeDocument/2006/relationships/image" Target="../media/image20.wmf"/><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0.xml"/><Relationship Id="rId1" Type="http://schemas.openxmlformats.org/officeDocument/2006/relationships/slideLayout" Target="../slideLayouts/slideLayout25.xml"/><Relationship Id="rId6" Type="http://schemas.openxmlformats.org/officeDocument/2006/relationships/image" Target="../media/image22.wmf"/><Relationship Id="rId5" Type="http://schemas.openxmlformats.org/officeDocument/2006/relationships/oleObject" Target="../embeddings/oleObject4.bin"/><Relationship Id="rId4" Type="http://schemas.openxmlformats.org/officeDocument/2006/relationships/image" Target="../media/image21.wmf"/></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5.xml"/><Relationship Id="rId1" Type="http://schemas.openxmlformats.org/officeDocument/2006/relationships/video" Target="https://www.youtube.com/embed/hnz1kClvHcs?feature=oembed" TargetMode="External"/><Relationship Id="rId4" Type="http://schemas.openxmlformats.org/officeDocument/2006/relationships/image" Target="../media/image23.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3" Type="http://schemas.openxmlformats.org/officeDocument/2006/relationships/slide" Target="slide24.xml"/><Relationship Id="rId2" Type="http://schemas.openxmlformats.org/officeDocument/2006/relationships/notesSlide" Target="../notesSlides/notesSlide2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5.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Placeholder 18">
            <a:extLst>
              <a:ext uri="{FF2B5EF4-FFF2-40B4-BE49-F238E27FC236}">
                <a16:creationId xmlns:a16="http://schemas.microsoft.com/office/drawing/2014/main" id="{70160DEE-AFDD-4986-B66C-244601FF1C15}"/>
              </a:ext>
            </a:extLst>
          </p:cNvPr>
          <p:cNvPicPr>
            <a:picLocks noGrp="1" noChangeAspect="1"/>
          </p:cNvPicPr>
          <p:nvPr>
            <p:ph type="pic" sz="quarter" idx="12"/>
          </p:nvPr>
        </p:nvPicPr>
        <p:blipFill rotWithShape="1">
          <a:blip r:embed="rId3" cstate="print">
            <a:extLst>
              <a:ext uri="{28A0092B-C50C-407E-A947-70E740481C1C}">
                <a14:useLocalDpi xmlns:a14="http://schemas.microsoft.com/office/drawing/2010/main"/>
              </a:ext>
            </a:extLst>
          </a:blip>
          <a:srcRect l="13" r="13"/>
          <a:stretch/>
        </p:blipFill>
        <p:spPr/>
      </p:pic>
      <p:sp>
        <p:nvSpPr>
          <p:cNvPr id="5" name="Title 4">
            <a:extLst>
              <a:ext uri="{FF2B5EF4-FFF2-40B4-BE49-F238E27FC236}">
                <a16:creationId xmlns:a16="http://schemas.microsoft.com/office/drawing/2014/main" id="{63367F15-0D65-4A0A-A143-3506CA25BEE0}"/>
              </a:ext>
            </a:extLst>
          </p:cNvPr>
          <p:cNvSpPr>
            <a:spLocks noGrp="1"/>
          </p:cNvSpPr>
          <p:nvPr>
            <p:ph type="ctrTitle"/>
          </p:nvPr>
        </p:nvSpPr>
        <p:spPr>
          <a:xfrm>
            <a:off x="1857568" y="1832262"/>
            <a:ext cx="4238432" cy="1835208"/>
          </a:xfrm>
        </p:spPr>
        <p:txBody>
          <a:bodyPr/>
          <a:lstStyle/>
          <a:p>
            <a:r>
              <a:rPr lang="en-US" altLang="zh-CN" sz="7200" dirty="0"/>
              <a:t>Marketing</a:t>
            </a:r>
            <a:r>
              <a:rPr lang="zh-CN" altLang="en-US" sz="7200" dirty="0"/>
              <a:t> </a:t>
            </a:r>
            <a:r>
              <a:rPr lang="en-US" altLang="zh-CN" sz="7200" dirty="0"/>
              <a:t>Analytics</a:t>
            </a:r>
            <a:endParaRPr lang="en-AU" sz="7200" dirty="0"/>
          </a:p>
        </p:txBody>
      </p:sp>
      <p:sp>
        <p:nvSpPr>
          <p:cNvPr id="6" name="Subtitle 5">
            <a:extLst>
              <a:ext uri="{FF2B5EF4-FFF2-40B4-BE49-F238E27FC236}">
                <a16:creationId xmlns:a16="http://schemas.microsoft.com/office/drawing/2014/main" id="{A18E9F2C-FC44-4617-A529-475A08D9B96D}"/>
              </a:ext>
            </a:extLst>
          </p:cNvPr>
          <p:cNvSpPr>
            <a:spLocks noGrp="1"/>
          </p:cNvSpPr>
          <p:nvPr>
            <p:ph type="subTitle" idx="1"/>
          </p:nvPr>
        </p:nvSpPr>
        <p:spPr>
          <a:xfrm>
            <a:off x="87087" y="4294257"/>
            <a:ext cx="6934738" cy="1227183"/>
          </a:xfrm>
        </p:spPr>
        <p:txBody>
          <a:bodyPr/>
          <a:lstStyle/>
          <a:p>
            <a:pPr algn="ctr"/>
            <a:r>
              <a:rPr lang="en-GB" sz="2800" b="1" dirty="0"/>
              <a:t>Lecture </a:t>
            </a:r>
            <a:r>
              <a:rPr lang="en-US" altLang="zh-CN" sz="2800" b="1" dirty="0"/>
              <a:t>3</a:t>
            </a:r>
            <a:r>
              <a:rPr lang="zh-CN" altLang="en-US" sz="2800" b="1" dirty="0"/>
              <a:t> </a:t>
            </a:r>
            <a:r>
              <a:rPr lang="en-US" altLang="zh-CN" sz="2800" b="1" dirty="0"/>
              <a:t>Transaction Analytics (I)</a:t>
            </a:r>
            <a:endParaRPr lang="en-GB" sz="2800" b="1" dirty="0"/>
          </a:p>
        </p:txBody>
      </p:sp>
      <p:sp>
        <p:nvSpPr>
          <p:cNvPr id="4" name="Footer Placeholder 3">
            <a:extLst>
              <a:ext uri="{FF2B5EF4-FFF2-40B4-BE49-F238E27FC236}">
                <a16:creationId xmlns:a16="http://schemas.microsoft.com/office/drawing/2014/main" id="{2CEEA610-4CF5-4786-A46E-770CC3064FD7}"/>
              </a:ext>
            </a:extLst>
          </p:cNvPr>
          <p:cNvSpPr>
            <a:spLocks noGrp="1"/>
          </p:cNvSpPr>
          <p:nvPr>
            <p:ph type="ftr" sz="quarter" idx="11"/>
          </p:nvPr>
        </p:nvSpPr>
        <p:spPr>
          <a:xfrm>
            <a:off x="242456" y="6653212"/>
            <a:ext cx="6624000" cy="204248"/>
          </a:xfrm>
        </p:spPr>
        <p:txBody>
          <a:bodyPr/>
          <a:lstStyle/>
          <a:p>
            <a:r>
              <a:rPr lang="en-AU"/>
              <a:t>Deakin University CRICOS Provider Code: 00113B</a:t>
            </a:r>
            <a:endParaRPr lang="en-GB"/>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34400" y="3667470"/>
            <a:ext cx="2247212" cy="2247212"/>
          </a:xfrm>
          <a:prstGeom prst="rect">
            <a:avLst/>
          </a:prstGeom>
        </p:spPr>
      </p:pic>
      <p:sp>
        <p:nvSpPr>
          <p:cNvPr id="3" name="Slide Number Placeholder 2"/>
          <p:cNvSpPr>
            <a:spLocks noGrp="1"/>
          </p:cNvSpPr>
          <p:nvPr>
            <p:ph type="sldNum" sz="quarter" idx="14"/>
          </p:nvPr>
        </p:nvSpPr>
        <p:spPr>
          <a:xfrm>
            <a:off x="147206" y="6427156"/>
            <a:ext cx="576000" cy="247558"/>
          </a:xfrm>
        </p:spPr>
        <p:txBody>
          <a:bodyPr/>
          <a:lstStyle/>
          <a:p>
            <a:fld id="{F5AEA0E0-5CC6-4BD0-905C-A0021E419432}" type="slidenum">
              <a:rPr lang="en-GB" smtClean="0"/>
              <a:pPr/>
              <a:t>1</a:t>
            </a:fld>
            <a:endParaRPr lang="en-GB" dirty="0"/>
          </a:p>
        </p:txBody>
      </p:sp>
      <p:sp>
        <p:nvSpPr>
          <p:cNvPr id="7" name="副标题 2">
            <a:extLst>
              <a:ext uri="{FF2B5EF4-FFF2-40B4-BE49-F238E27FC236}">
                <a16:creationId xmlns:a16="http://schemas.microsoft.com/office/drawing/2014/main" id="{ED7DDCE0-D6AD-6B53-ED94-6890F87A4144}"/>
              </a:ext>
            </a:extLst>
          </p:cNvPr>
          <p:cNvSpPr txBox="1">
            <a:spLocks/>
          </p:cNvSpPr>
          <p:nvPr/>
        </p:nvSpPr>
        <p:spPr>
          <a:xfrm>
            <a:off x="1661231" y="5259445"/>
            <a:ext cx="4267200" cy="1655762"/>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endParaRPr lang="en-GB" b="1" dirty="0">
              <a:solidFill>
                <a:srgbClr val="17375E"/>
              </a:solidFill>
            </a:endParaRPr>
          </a:p>
          <a:p>
            <a:r>
              <a:rPr lang="en-GB" dirty="0" err="1">
                <a:solidFill>
                  <a:srgbClr val="17375E"/>
                </a:solidFill>
              </a:rPr>
              <a:t>Dr.</a:t>
            </a:r>
            <a:r>
              <a:rPr lang="en-GB" dirty="0">
                <a:solidFill>
                  <a:srgbClr val="17375E"/>
                </a:solidFill>
              </a:rPr>
              <a:t> </a:t>
            </a:r>
            <a:r>
              <a:rPr lang="en-US" altLang="zh-CN" dirty="0">
                <a:solidFill>
                  <a:srgbClr val="17375E"/>
                </a:solidFill>
              </a:rPr>
              <a:t>Bingqing</a:t>
            </a:r>
            <a:r>
              <a:rPr lang="zh-CN" altLang="en-US" dirty="0">
                <a:solidFill>
                  <a:srgbClr val="17375E"/>
                </a:solidFill>
              </a:rPr>
              <a:t> </a:t>
            </a:r>
            <a:r>
              <a:rPr lang="en-US" altLang="zh-CN" dirty="0" err="1">
                <a:solidFill>
                  <a:srgbClr val="17375E"/>
                </a:solidFill>
              </a:rPr>
              <a:t>Xiong</a:t>
            </a:r>
            <a:endParaRPr lang="en-GB" dirty="0">
              <a:solidFill>
                <a:srgbClr val="17375E"/>
              </a:solidFill>
            </a:endParaRPr>
          </a:p>
          <a:p>
            <a:r>
              <a:rPr lang="en-US" altLang="zh-CN" dirty="0">
                <a:solidFill>
                  <a:srgbClr val="17375E"/>
                </a:solidFill>
              </a:rPr>
              <a:t>Senior</a:t>
            </a:r>
            <a:r>
              <a:rPr lang="zh-CN" altLang="en-US" dirty="0">
                <a:solidFill>
                  <a:srgbClr val="17375E"/>
                </a:solidFill>
              </a:rPr>
              <a:t> </a:t>
            </a:r>
            <a:r>
              <a:rPr lang="en-US" altLang="zh-CN" dirty="0">
                <a:solidFill>
                  <a:srgbClr val="17375E"/>
                </a:solidFill>
              </a:rPr>
              <a:t>Lecturer</a:t>
            </a:r>
            <a:r>
              <a:rPr lang="zh-CN" altLang="en-US" dirty="0">
                <a:solidFill>
                  <a:srgbClr val="17375E"/>
                </a:solidFill>
              </a:rPr>
              <a:t> </a:t>
            </a:r>
            <a:r>
              <a:rPr lang="en-US" altLang="zh-CN" dirty="0">
                <a:solidFill>
                  <a:srgbClr val="17375E"/>
                </a:solidFill>
              </a:rPr>
              <a:t>in</a:t>
            </a:r>
            <a:r>
              <a:rPr lang="zh-CN" altLang="en-US" dirty="0">
                <a:solidFill>
                  <a:srgbClr val="17375E"/>
                </a:solidFill>
              </a:rPr>
              <a:t> </a:t>
            </a:r>
            <a:r>
              <a:rPr lang="en-US" altLang="zh-CN" dirty="0">
                <a:solidFill>
                  <a:srgbClr val="17375E"/>
                </a:solidFill>
              </a:rPr>
              <a:t>Deakin</a:t>
            </a:r>
            <a:r>
              <a:rPr lang="zh-CN" altLang="en-US" dirty="0">
                <a:solidFill>
                  <a:srgbClr val="17375E"/>
                </a:solidFill>
              </a:rPr>
              <a:t> </a:t>
            </a:r>
            <a:r>
              <a:rPr lang="en-US" altLang="zh-CN" dirty="0">
                <a:solidFill>
                  <a:srgbClr val="17375E"/>
                </a:solidFill>
              </a:rPr>
              <a:t>Business</a:t>
            </a:r>
            <a:r>
              <a:rPr lang="zh-CN" altLang="en-US" dirty="0">
                <a:solidFill>
                  <a:srgbClr val="17375E"/>
                </a:solidFill>
              </a:rPr>
              <a:t> </a:t>
            </a:r>
            <a:r>
              <a:rPr lang="en-US" altLang="zh-CN" dirty="0">
                <a:solidFill>
                  <a:srgbClr val="17375E"/>
                </a:solidFill>
              </a:rPr>
              <a:t>School</a:t>
            </a:r>
            <a:endParaRPr lang="en-GB" dirty="0">
              <a:solidFill>
                <a:srgbClr val="17375E"/>
              </a:solidFill>
            </a:endParaRPr>
          </a:p>
        </p:txBody>
      </p:sp>
    </p:spTree>
    <p:extLst>
      <p:ext uri="{BB962C8B-B14F-4D97-AF65-F5344CB8AC3E}">
        <p14:creationId xmlns:p14="http://schemas.microsoft.com/office/powerpoint/2010/main" val="34598294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200" y="1817534"/>
            <a:ext cx="10515600" cy="4351338"/>
          </a:xfrm>
        </p:spPr>
        <p:txBody>
          <a:bodyPr/>
          <a:lstStyle/>
          <a:p>
            <a:pPr marL="457200" indent="-457200">
              <a:buFont typeface="Wingdings" panose="05000000000000000000" pitchFamily="2" charset="2"/>
              <a:buChar char="v"/>
            </a:pPr>
            <a:r>
              <a:rPr lang="en-GB" sz="3200" dirty="0"/>
              <a:t>Understand how to assess and characterize purchase dynamics</a:t>
            </a:r>
          </a:p>
          <a:p>
            <a:pPr marL="457200" indent="-457200">
              <a:buFont typeface="Wingdings" panose="05000000000000000000" pitchFamily="2" charset="2"/>
              <a:buChar char="v"/>
            </a:pPr>
            <a:r>
              <a:rPr lang="en-US" altLang="zh-CN" sz="3200" dirty="0"/>
              <a:t>Segmentation;</a:t>
            </a:r>
            <a:r>
              <a:rPr lang="zh-CN" altLang="en-US" sz="3200" dirty="0"/>
              <a:t> </a:t>
            </a:r>
            <a:r>
              <a:rPr lang="en-US" altLang="zh-CN" sz="3200" dirty="0"/>
              <a:t>RFM</a:t>
            </a:r>
            <a:r>
              <a:rPr lang="zh-CN" altLang="en-US" sz="3200" dirty="0"/>
              <a:t> </a:t>
            </a:r>
            <a:r>
              <a:rPr lang="en-US" altLang="zh-CN" sz="3200" dirty="0"/>
              <a:t>analysis</a:t>
            </a:r>
            <a:r>
              <a:rPr lang="zh-CN" altLang="en-US" sz="3200" dirty="0"/>
              <a:t> </a:t>
            </a:r>
            <a:endParaRPr lang="en-GB" sz="3200" dirty="0"/>
          </a:p>
          <a:p>
            <a:pPr marL="457200" indent="-457200">
              <a:buFont typeface="Wingdings" panose="05000000000000000000" pitchFamily="2" charset="2"/>
              <a:buChar char="v"/>
            </a:pPr>
            <a:r>
              <a:rPr lang="en-GB" sz="3200" dirty="0"/>
              <a:t>Know how to perform relevant analysis and interpret the results</a:t>
            </a:r>
            <a:r>
              <a:rPr lang="zh-CN" altLang="en-US" sz="3200" dirty="0"/>
              <a:t> </a:t>
            </a:r>
            <a:r>
              <a:rPr lang="en-US" altLang="zh-CN" sz="3200" dirty="0"/>
              <a:t>–</a:t>
            </a:r>
            <a:r>
              <a:rPr lang="zh-CN" altLang="en-US" sz="3200" dirty="0"/>
              <a:t> </a:t>
            </a:r>
            <a:r>
              <a:rPr lang="en-US" altLang="zh-CN" sz="3200" dirty="0"/>
              <a:t>will</a:t>
            </a:r>
            <a:r>
              <a:rPr lang="zh-CN" altLang="en-US" sz="3200" dirty="0"/>
              <a:t> </a:t>
            </a:r>
            <a:r>
              <a:rPr lang="en-US" altLang="zh-CN" sz="3200" dirty="0"/>
              <a:t>be</a:t>
            </a:r>
            <a:r>
              <a:rPr lang="zh-CN" altLang="en-US" sz="3200" dirty="0"/>
              <a:t> </a:t>
            </a:r>
            <a:r>
              <a:rPr lang="en-US" altLang="zh-CN" sz="3200" dirty="0"/>
              <a:t>in</a:t>
            </a:r>
            <a:r>
              <a:rPr lang="zh-CN" altLang="en-US" sz="3200" dirty="0"/>
              <a:t> </a:t>
            </a:r>
            <a:r>
              <a:rPr lang="en-US" altLang="zh-CN" sz="3200" dirty="0"/>
              <a:t>next</a:t>
            </a:r>
            <a:r>
              <a:rPr lang="zh-CN" altLang="en-US" sz="3200" dirty="0"/>
              <a:t> </a:t>
            </a:r>
            <a:r>
              <a:rPr lang="en-US" altLang="zh-CN" sz="3200" dirty="0"/>
              <a:t>week</a:t>
            </a:r>
            <a:r>
              <a:rPr lang="zh-CN" altLang="en-US" sz="3200" dirty="0"/>
              <a:t> </a:t>
            </a:r>
            <a:endParaRPr lang="en-GB" sz="3200" dirty="0"/>
          </a:p>
          <a:p>
            <a:pPr marL="457200" lvl="1" indent="0">
              <a:buNone/>
            </a:pPr>
            <a:endParaRPr lang="en-GB" sz="1400" dirty="0"/>
          </a:p>
        </p:txBody>
      </p:sp>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136525"/>
            <a:ext cx="967377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2800" b="1" dirty="0">
                <a:solidFill>
                  <a:schemeClr val="bg1"/>
                </a:solidFill>
              </a:rPr>
              <a:t>Learning Objectives</a:t>
            </a:r>
            <a:r>
              <a:rPr lang="zh-CN" altLang="en-US" sz="2800" b="1" dirty="0">
                <a:solidFill>
                  <a:schemeClr val="bg1"/>
                </a:solidFill>
              </a:rPr>
              <a:t> </a:t>
            </a:r>
            <a:r>
              <a:rPr lang="en-US" altLang="zh-CN" sz="2800" b="1" dirty="0">
                <a:solidFill>
                  <a:schemeClr val="bg1"/>
                </a:solidFill>
              </a:rPr>
              <a:t>for</a:t>
            </a:r>
            <a:r>
              <a:rPr lang="zh-CN" altLang="en-US" sz="2800" b="1" dirty="0">
                <a:solidFill>
                  <a:schemeClr val="bg1"/>
                </a:solidFill>
              </a:rPr>
              <a:t> </a:t>
            </a:r>
            <a:r>
              <a:rPr lang="en-US" altLang="zh-CN" sz="2800" b="1" dirty="0">
                <a:solidFill>
                  <a:schemeClr val="bg1"/>
                </a:solidFill>
              </a:rPr>
              <a:t>Transaction</a:t>
            </a:r>
            <a:r>
              <a:rPr lang="zh-CN" altLang="en-US" sz="2800" b="1" dirty="0">
                <a:solidFill>
                  <a:schemeClr val="bg1"/>
                </a:solidFill>
              </a:rPr>
              <a:t> </a:t>
            </a:r>
            <a:r>
              <a:rPr lang="en-US" altLang="zh-CN" sz="2800" b="1" dirty="0">
                <a:solidFill>
                  <a:schemeClr val="bg1"/>
                </a:solidFill>
              </a:rPr>
              <a:t>Analytics</a:t>
            </a:r>
            <a:endParaRPr lang="en-US" sz="28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2</a:t>
            </a:fld>
            <a:endParaRPr lang="en-GB"/>
          </a:p>
        </p:txBody>
      </p:sp>
      <p:pic>
        <p:nvPicPr>
          <p:cNvPr id="2050" name="Picture 2" descr="Image result for learning objective">
            <a:extLst>
              <a:ext uri="{FF2B5EF4-FFF2-40B4-BE49-F238E27FC236}">
                <a16:creationId xmlns:a16="http://schemas.microsoft.com/office/drawing/2014/main" id="{91D9818D-141F-48D4-811F-374EEC49DC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59975" y="4533736"/>
            <a:ext cx="4132025" cy="2324264"/>
          </a:xfrm>
          <a:prstGeom prst="rect">
            <a:avLst/>
          </a:prstGeom>
          <a:noFill/>
          <a:extLst>
            <a:ext uri="{909E8E84-426E-40DD-AFC4-6F175D3DCCD1}">
              <a14:hiddenFill xmlns:a14="http://schemas.microsoft.com/office/drawing/2010/main">
                <a:solidFill>
                  <a:srgbClr val="FFFFFF"/>
                </a:solidFill>
              </a14:hiddenFill>
            </a:ext>
          </a:extLst>
        </p:spPr>
      </p:pic>
      <p:sp>
        <p:nvSpPr>
          <p:cNvPr id="7" name="Footer Placeholder 1">
            <a:extLst>
              <a:ext uri="{FF2B5EF4-FFF2-40B4-BE49-F238E27FC236}">
                <a16:creationId xmlns:a16="http://schemas.microsoft.com/office/drawing/2014/main" id="{A79ADEC9-5229-6C80-6D25-E1A1A8DCB429}"/>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580014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icture containing shape&#10;&#10;Description automatically generated">
            <a:extLst>
              <a:ext uri="{FF2B5EF4-FFF2-40B4-BE49-F238E27FC236}">
                <a16:creationId xmlns:a16="http://schemas.microsoft.com/office/drawing/2014/main" id="{88FAE7C9-BB4C-7CC8-6C61-03BA25B002D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38361" y="1236711"/>
            <a:ext cx="7063882" cy="3955774"/>
          </a:xfrm>
          <a:prstGeom prst="rect">
            <a:avLst/>
          </a:prstGeom>
        </p:spPr>
      </p:pic>
      <p:sp>
        <p:nvSpPr>
          <p:cNvPr id="4" name="标题 1">
            <a:extLst>
              <a:ext uri="{FF2B5EF4-FFF2-40B4-BE49-F238E27FC236}">
                <a16:creationId xmlns:a16="http://schemas.microsoft.com/office/drawing/2014/main" id="{ADB7FD54-F891-4C7B-963A-F16C1DEA169B}"/>
              </a:ext>
            </a:extLst>
          </p:cNvPr>
          <p:cNvSpPr txBox="1">
            <a:spLocks/>
          </p:cNvSpPr>
          <p:nvPr/>
        </p:nvSpPr>
        <p:spPr>
          <a:xfrm>
            <a:off x="484011" y="293191"/>
            <a:ext cx="4568635" cy="11253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2800" b="1" dirty="0">
                <a:solidFill>
                  <a:schemeClr val="bg1"/>
                </a:solidFill>
              </a:rPr>
              <a:t>What</a:t>
            </a:r>
            <a:r>
              <a:rPr lang="zh-CN" altLang="en-US" sz="2800" b="1" dirty="0">
                <a:solidFill>
                  <a:schemeClr val="bg1"/>
                </a:solidFill>
              </a:rPr>
              <a:t> </a:t>
            </a:r>
            <a:r>
              <a:rPr lang="en-US" altLang="zh-CN" sz="2800" b="1" dirty="0">
                <a:solidFill>
                  <a:schemeClr val="bg1"/>
                </a:solidFill>
              </a:rPr>
              <a:t>is</a:t>
            </a:r>
            <a:r>
              <a:rPr lang="zh-CN" altLang="en-US" sz="2800" b="1" dirty="0">
                <a:solidFill>
                  <a:schemeClr val="bg1"/>
                </a:solidFill>
              </a:rPr>
              <a:t> </a:t>
            </a:r>
            <a:r>
              <a:rPr lang="en-US" sz="2800" b="1" dirty="0">
                <a:solidFill>
                  <a:schemeClr val="bg1"/>
                </a:solidFill>
              </a:rPr>
              <a:t>Transaction Data</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3</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5257801" cy="4351338"/>
          </a:xfrm>
        </p:spPr>
        <p:txBody>
          <a:bodyPr>
            <a:normAutofit lnSpcReduction="10000"/>
          </a:bodyPr>
          <a:lstStyle/>
          <a:p>
            <a:pPr marL="457200" indent="-457200">
              <a:lnSpc>
                <a:spcPct val="100000"/>
              </a:lnSpc>
              <a:spcAft>
                <a:spcPts val="600"/>
              </a:spcAft>
              <a:buFont typeface="Wingdings" panose="05000000000000000000" pitchFamily="2" charset="2"/>
              <a:buChar char="v"/>
            </a:pPr>
            <a:r>
              <a:rPr lang="en-US" altLang="zh-CN" sz="2400" dirty="0"/>
              <a:t>The</a:t>
            </a:r>
            <a:r>
              <a:rPr lang="zh-CN" altLang="en-US" sz="2400" dirty="0"/>
              <a:t> </a:t>
            </a:r>
            <a:r>
              <a:rPr lang="en-US" altLang="zh-CN" sz="2400" dirty="0"/>
              <a:t>time</a:t>
            </a:r>
            <a:r>
              <a:rPr lang="zh-CN" altLang="en-US" sz="2400" dirty="0"/>
              <a:t> </a:t>
            </a:r>
            <a:r>
              <a:rPr lang="en-US" altLang="zh-CN" sz="2400" dirty="0"/>
              <a:t>of</a:t>
            </a:r>
            <a:r>
              <a:rPr lang="zh-CN" altLang="en-US" sz="2400" dirty="0"/>
              <a:t> </a:t>
            </a:r>
            <a:r>
              <a:rPr lang="en-US" altLang="zh-CN" sz="2400" dirty="0"/>
              <a:t>purchase</a:t>
            </a:r>
            <a:r>
              <a:rPr lang="zh-CN" altLang="en-US" sz="2400" dirty="0"/>
              <a:t> </a:t>
            </a:r>
            <a:endParaRPr lang="en-AU" altLang="zh-CN" sz="2400" dirty="0"/>
          </a:p>
          <a:p>
            <a:pPr marL="457200" indent="-457200">
              <a:lnSpc>
                <a:spcPct val="100000"/>
              </a:lnSpc>
              <a:spcAft>
                <a:spcPts val="600"/>
              </a:spcAft>
              <a:buFont typeface="Wingdings" panose="05000000000000000000" pitchFamily="2" charset="2"/>
              <a:buChar char="v"/>
            </a:pPr>
            <a:r>
              <a:rPr lang="en-US" altLang="zh-CN" sz="2400" dirty="0"/>
              <a:t>The</a:t>
            </a:r>
            <a:r>
              <a:rPr lang="zh-CN" altLang="en-US" sz="2400" dirty="0"/>
              <a:t> </a:t>
            </a:r>
            <a:r>
              <a:rPr lang="en-US" altLang="zh-CN" sz="2400" dirty="0"/>
              <a:t>location</a:t>
            </a:r>
            <a:r>
              <a:rPr lang="zh-CN" altLang="en-US" sz="2400" dirty="0"/>
              <a:t> </a:t>
            </a:r>
            <a:r>
              <a:rPr lang="en-US" altLang="zh-CN" sz="2400" dirty="0"/>
              <a:t>where</a:t>
            </a:r>
            <a:r>
              <a:rPr lang="zh-CN" altLang="en-US" sz="2400" dirty="0"/>
              <a:t> </a:t>
            </a:r>
            <a:r>
              <a:rPr lang="en-US" altLang="zh-CN" sz="2400" dirty="0"/>
              <a:t>it</a:t>
            </a:r>
            <a:r>
              <a:rPr lang="zh-CN" altLang="en-US" sz="2400" dirty="0"/>
              <a:t> </a:t>
            </a:r>
            <a:r>
              <a:rPr lang="en-US" altLang="zh-CN" sz="2400" dirty="0"/>
              <a:t>took</a:t>
            </a:r>
            <a:r>
              <a:rPr lang="zh-CN" altLang="en-US" sz="2400" dirty="0"/>
              <a:t> </a:t>
            </a:r>
            <a:r>
              <a:rPr lang="en-US" altLang="zh-CN" sz="2400" dirty="0"/>
              <a:t>place</a:t>
            </a:r>
            <a:r>
              <a:rPr lang="zh-CN" altLang="en-US" sz="2400" dirty="0"/>
              <a:t> </a:t>
            </a:r>
            <a:endParaRPr lang="en-AU" altLang="zh-CN" sz="2400" dirty="0"/>
          </a:p>
          <a:p>
            <a:pPr marL="457200" indent="-457200">
              <a:lnSpc>
                <a:spcPct val="100000"/>
              </a:lnSpc>
              <a:spcAft>
                <a:spcPts val="600"/>
              </a:spcAft>
              <a:buFont typeface="Wingdings" panose="05000000000000000000" pitchFamily="2" charset="2"/>
              <a:buChar char="v"/>
            </a:pPr>
            <a:r>
              <a:rPr lang="en-US" altLang="zh-CN" sz="2400" dirty="0"/>
              <a:t>What</a:t>
            </a:r>
            <a:r>
              <a:rPr lang="zh-CN" altLang="en-US" sz="2400" dirty="0"/>
              <a:t> </a:t>
            </a:r>
            <a:r>
              <a:rPr lang="en-US" altLang="zh-CN" sz="2400" dirty="0"/>
              <a:t>digital</a:t>
            </a:r>
            <a:r>
              <a:rPr lang="zh-CN" altLang="en-US" sz="2400" dirty="0"/>
              <a:t> </a:t>
            </a:r>
            <a:r>
              <a:rPr lang="en-US" altLang="zh-CN" sz="2400" dirty="0"/>
              <a:t>channel</a:t>
            </a:r>
            <a:r>
              <a:rPr lang="zh-CN" altLang="en-US" sz="2400" dirty="0"/>
              <a:t> </a:t>
            </a:r>
            <a:r>
              <a:rPr lang="en-US" altLang="zh-CN" sz="2400" dirty="0"/>
              <a:t>or</a:t>
            </a:r>
            <a:r>
              <a:rPr lang="zh-CN" altLang="en-US" sz="2400" dirty="0"/>
              <a:t> </a:t>
            </a:r>
            <a:r>
              <a:rPr lang="en-US" altLang="zh-CN" sz="2400" dirty="0"/>
              <a:t>physical</a:t>
            </a:r>
            <a:r>
              <a:rPr lang="zh-CN" altLang="en-US" sz="2400" dirty="0"/>
              <a:t> </a:t>
            </a:r>
            <a:r>
              <a:rPr lang="en-US" altLang="zh-CN" sz="2400" dirty="0"/>
              <a:t>touchpoint</a:t>
            </a:r>
            <a:r>
              <a:rPr lang="zh-CN" altLang="en-US" sz="2400" dirty="0"/>
              <a:t> </a:t>
            </a:r>
            <a:r>
              <a:rPr lang="en-US" altLang="zh-CN" sz="2400" dirty="0"/>
              <a:t>was</a:t>
            </a:r>
            <a:r>
              <a:rPr lang="zh-CN" altLang="en-US" sz="2400" dirty="0"/>
              <a:t> </a:t>
            </a:r>
            <a:r>
              <a:rPr lang="en-US" altLang="zh-CN" sz="2400" dirty="0"/>
              <a:t>used</a:t>
            </a:r>
            <a:r>
              <a:rPr lang="zh-CN" altLang="en-US" sz="2400" dirty="0"/>
              <a:t> </a:t>
            </a:r>
            <a:endParaRPr lang="en-AU" altLang="zh-CN" sz="2400" dirty="0"/>
          </a:p>
          <a:p>
            <a:pPr marL="457200" indent="-457200">
              <a:lnSpc>
                <a:spcPct val="100000"/>
              </a:lnSpc>
              <a:spcAft>
                <a:spcPts val="600"/>
              </a:spcAft>
              <a:buFont typeface="Wingdings" panose="05000000000000000000" pitchFamily="2" charset="2"/>
              <a:buChar char="v"/>
            </a:pPr>
            <a:r>
              <a:rPr lang="en-US" altLang="zh-CN" sz="2400" dirty="0"/>
              <a:t>The</a:t>
            </a:r>
            <a:r>
              <a:rPr lang="zh-CN" altLang="en-US" sz="2400" dirty="0"/>
              <a:t> </a:t>
            </a:r>
            <a:r>
              <a:rPr lang="en-US" altLang="zh-CN" sz="2400" dirty="0"/>
              <a:t>payment</a:t>
            </a:r>
            <a:r>
              <a:rPr lang="zh-CN" altLang="en-US" sz="2400" dirty="0"/>
              <a:t> </a:t>
            </a:r>
            <a:r>
              <a:rPr lang="en-US" altLang="zh-CN" sz="2400" dirty="0"/>
              <a:t>method</a:t>
            </a:r>
            <a:r>
              <a:rPr lang="zh-CN" altLang="en-US" sz="2400" dirty="0"/>
              <a:t> </a:t>
            </a:r>
            <a:endParaRPr lang="en-AU" altLang="zh-CN" sz="2400" dirty="0"/>
          </a:p>
          <a:p>
            <a:pPr marL="457200" indent="-457200">
              <a:lnSpc>
                <a:spcPct val="100000"/>
              </a:lnSpc>
              <a:spcAft>
                <a:spcPts val="600"/>
              </a:spcAft>
              <a:buFont typeface="Wingdings" panose="05000000000000000000" pitchFamily="2" charset="2"/>
              <a:buChar char="v"/>
            </a:pPr>
            <a:r>
              <a:rPr lang="en-US" altLang="zh-CN" sz="2400" dirty="0"/>
              <a:t>Whether</a:t>
            </a:r>
            <a:r>
              <a:rPr lang="zh-CN" altLang="en-US" sz="2400" dirty="0"/>
              <a:t> </a:t>
            </a:r>
            <a:r>
              <a:rPr lang="en-US" altLang="zh-CN" sz="2400" dirty="0"/>
              <a:t>any</a:t>
            </a:r>
            <a:r>
              <a:rPr lang="zh-CN" altLang="en-US" sz="2400" dirty="0"/>
              <a:t> </a:t>
            </a:r>
            <a:r>
              <a:rPr lang="en-US" altLang="zh-CN" sz="2400" dirty="0"/>
              <a:t>discounts</a:t>
            </a:r>
            <a:r>
              <a:rPr lang="zh-CN" altLang="en-US" sz="2400" dirty="0"/>
              <a:t> </a:t>
            </a:r>
            <a:r>
              <a:rPr lang="en-US" altLang="zh-CN" sz="2400" dirty="0"/>
              <a:t>or</a:t>
            </a:r>
            <a:r>
              <a:rPr lang="zh-CN" altLang="en-US" sz="2400" dirty="0"/>
              <a:t> </a:t>
            </a:r>
            <a:r>
              <a:rPr lang="en-US" altLang="zh-CN" sz="2400" dirty="0"/>
              <a:t>promotions</a:t>
            </a:r>
            <a:r>
              <a:rPr lang="zh-CN" altLang="en-US" sz="2400" dirty="0"/>
              <a:t> </a:t>
            </a:r>
            <a:r>
              <a:rPr lang="en-US" altLang="zh-CN" sz="2400" dirty="0"/>
              <a:t>were</a:t>
            </a:r>
            <a:r>
              <a:rPr lang="zh-CN" altLang="en-US" sz="2400" dirty="0"/>
              <a:t> </a:t>
            </a:r>
            <a:r>
              <a:rPr lang="en-US" altLang="zh-CN" sz="2400" dirty="0"/>
              <a:t>used</a:t>
            </a:r>
            <a:r>
              <a:rPr lang="zh-CN" altLang="en-US" sz="2400" dirty="0"/>
              <a:t> </a:t>
            </a:r>
            <a:endParaRPr lang="en-AU" altLang="zh-CN" sz="2400" dirty="0"/>
          </a:p>
          <a:p>
            <a:pPr marL="457200" indent="-457200">
              <a:lnSpc>
                <a:spcPct val="100000"/>
              </a:lnSpc>
              <a:spcAft>
                <a:spcPts val="600"/>
              </a:spcAft>
              <a:buFont typeface="Wingdings" panose="05000000000000000000" pitchFamily="2" charset="2"/>
              <a:buChar char="v"/>
            </a:pPr>
            <a:r>
              <a:rPr lang="en-US" altLang="zh-CN" sz="2400" dirty="0"/>
              <a:t>If</a:t>
            </a:r>
            <a:r>
              <a:rPr lang="zh-CN" altLang="en-US" sz="2400" dirty="0"/>
              <a:t> </a:t>
            </a:r>
            <a:r>
              <a:rPr lang="en-US" altLang="zh-CN" sz="2400" dirty="0"/>
              <a:t>the</a:t>
            </a:r>
            <a:r>
              <a:rPr lang="zh-CN" altLang="en-US" sz="2400" dirty="0"/>
              <a:t> </a:t>
            </a:r>
            <a:r>
              <a:rPr lang="en-US" altLang="zh-CN" sz="2400" dirty="0"/>
              <a:t>purchase</a:t>
            </a:r>
            <a:r>
              <a:rPr lang="zh-CN" altLang="en-US" sz="2400" dirty="0"/>
              <a:t> </a:t>
            </a:r>
            <a:r>
              <a:rPr lang="en-US" altLang="zh-CN" sz="2400" dirty="0"/>
              <a:t>came</a:t>
            </a:r>
            <a:r>
              <a:rPr lang="zh-CN" altLang="en-US" sz="2400" dirty="0"/>
              <a:t> </a:t>
            </a:r>
            <a:r>
              <a:rPr lang="en-US" altLang="zh-CN" sz="2400" dirty="0"/>
              <a:t>from</a:t>
            </a:r>
            <a:r>
              <a:rPr lang="zh-CN" altLang="en-US" sz="2400" dirty="0"/>
              <a:t> </a:t>
            </a:r>
            <a:r>
              <a:rPr lang="en-US" altLang="zh-CN" sz="2400" dirty="0"/>
              <a:t>a</a:t>
            </a:r>
            <a:r>
              <a:rPr lang="zh-CN" altLang="en-US" sz="2400" dirty="0"/>
              <a:t> </a:t>
            </a:r>
            <a:r>
              <a:rPr lang="en-US" altLang="zh-CN" sz="2400" dirty="0"/>
              <a:t>repeat</a:t>
            </a:r>
            <a:r>
              <a:rPr lang="zh-CN" altLang="en-US" sz="2400" dirty="0"/>
              <a:t> </a:t>
            </a:r>
            <a:r>
              <a:rPr lang="en-US" altLang="zh-CN" sz="2400" dirty="0"/>
              <a:t>customer</a:t>
            </a:r>
            <a:r>
              <a:rPr lang="zh-CN" altLang="en-US" sz="2400" dirty="0"/>
              <a:t> </a:t>
            </a:r>
            <a:r>
              <a:rPr lang="en-US" altLang="zh-CN" sz="2400" dirty="0"/>
              <a:t>or</a:t>
            </a:r>
            <a:r>
              <a:rPr lang="zh-CN" altLang="en-US" sz="2400" dirty="0"/>
              <a:t> </a:t>
            </a:r>
            <a:r>
              <a:rPr lang="en-US" altLang="zh-CN" sz="2400" dirty="0"/>
              <a:t>loyalty</a:t>
            </a:r>
            <a:r>
              <a:rPr lang="zh-CN" altLang="en-US" sz="2400" dirty="0"/>
              <a:t> </a:t>
            </a:r>
            <a:r>
              <a:rPr lang="en-US" altLang="zh-CN" sz="2400" dirty="0"/>
              <a:t>member</a:t>
            </a:r>
            <a:endParaRPr lang="en-US" sz="2400" dirty="0"/>
          </a:p>
        </p:txBody>
      </p:sp>
      <p:sp>
        <p:nvSpPr>
          <p:cNvPr id="7" name="Footer Placeholder 1">
            <a:extLst>
              <a:ext uri="{FF2B5EF4-FFF2-40B4-BE49-F238E27FC236}">
                <a16:creationId xmlns:a16="http://schemas.microsoft.com/office/drawing/2014/main" id="{A746C99D-E86F-87B9-FF85-7590F2338098}"/>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43980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picture containing text, floor, indoor, person&#10;&#10;Description automatically generated">
            <a:extLst>
              <a:ext uri="{FF2B5EF4-FFF2-40B4-BE49-F238E27FC236}">
                <a16:creationId xmlns:a16="http://schemas.microsoft.com/office/drawing/2014/main" id="{B1E38072-5098-6F03-9404-693390133ECA}"/>
              </a:ext>
            </a:extLst>
          </p:cNvPr>
          <p:cNvPicPr>
            <a:picLocks noChangeAspect="1"/>
          </p:cNvPicPr>
          <p:nvPr/>
        </p:nvPicPr>
        <p:blipFill rotWithShape="1">
          <a:blip r:embed="rId3">
            <a:extLst>
              <a:ext uri="{28A0092B-C50C-407E-A947-70E740481C1C}">
                <a14:useLocalDpi xmlns:a14="http://schemas.microsoft.com/office/drawing/2010/main" val="0"/>
              </a:ext>
            </a:extLst>
          </a:blip>
          <a:srcRect l="11771" r="19637"/>
          <a:stretch/>
        </p:blipFill>
        <p:spPr>
          <a:xfrm>
            <a:off x="20" y="1057688"/>
            <a:ext cx="6914061" cy="5040000"/>
          </a:xfrm>
          <a:custGeom>
            <a:avLst/>
            <a:gdLst>
              <a:gd name="connsiteX0" fmla="*/ 0 w 6914081"/>
              <a:gd name="connsiteY0" fmla="*/ 0 h 5040000"/>
              <a:gd name="connsiteX1" fmla="*/ 1718132 w 6914081"/>
              <a:gd name="connsiteY1" fmla="*/ 0 h 5040000"/>
              <a:gd name="connsiteX2" fmla="*/ 1849535 w 6914081"/>
              <a:gd name="connsiteY2" fmla="*/ 0 h 5040000"/>
              <a:gd name="connsiteX3" fmla="*/ 1961211 w 6914081"/>
              <a:gd name="connsiteY3" fmla="*/ 0 h 5040000"/>
              <a:gd name="connsiteX4" fmla="*/ 4393721 w 6914081"/>
              <a:gd name="connsiteY4" fmla="*/ 0 h 5040000"/>
              <a:gd name="connsiteX5" fmla="*/ 6914081 w 6914081"/>
              <a:gd name="connsiteY5" fmla="*/ 2520000 h 5040000"/>
              <a:gd name="connsiteX6" fmla="*/ 4393721 w 6914081"/>
              <a:gd name="connsiteY6" fmla="*/ 5040000 h 5040000"/>
              <a:gd name="connsiteX7" fmla="*/ 1859227 w 6914081"/>
              <a:gd name="connsiteY7" fmla="*/ 5040000 h 5040000"/>
              <a:gd name="connsiteX8" fmla="*/ 1849535 w 6914081"/>
              <a:gd name="connsiteY8" fmla="*/ 5040000 h 5040000"/>
              <a:gd name="connsiteX9" fmla="*/ 1799784 w 6914081"/>
              <a:gd name="connsiteY9" fmla="*/ 5040000 h 5040000"/>
              <a:gd name="connsiteX10" fmla="*/ 1718132 w 6914081"/>
              <a:gd name="connsiteY10" fmla="*/ 5040000 h 5040000"/>
              <a:gd name="connsiteX11" fmla="*/ 0 w 6914081"/>
              <a:gd name="connsiteY11" fmla="*/ 5040000 h 504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14081" h="5040000">
                <a:moveTo>
                  <a:pt x="0" y="0"/>
                </a:moveTo>
                <a:lnTo>
                  <a:pt x="1718132" y="0"/>
                </a:lnTo>
                <a:lnTo>
                  <a:pt x="1849535" y="0"/>
                </a:lnTo>
                <a:lnTo>
                  <a:pt x="1961211" y="0"/>
                </a:lnTo>
                <a:cubicBezTo>
                  <a:pt x="4393721" y="0"/>
                  <a:pt x="4393721" y="0"/>
                  <a:pt x="4393721" y="0"/>
                </a:cubicBezTo>
                <a:cubicBezTo>
                  <a:pt x="5785141" y="0"/>
                  <a:pt x="6914081" y="1128780"/>
                  <a:pt x="6914081" y="2520000"/>
                </a:cubicBezTo>
                <a:cubicBezTo>
                  <a:pt x="6914081" y="3911221"/>
                  <a:pt x="5785141" y="5040000"/>
                  <a:pt x="4393721" y="5040000"/>
                </a:cubicBezTo>
                <a:cubicBezTo>
                  <a:pt x="2721478" y="5040000"/>
                  <a:pt x="2094386" y="5040000"/>
                  <a:pt x="1859227" y="5040000"/>
                </a:cubicBezTo>
                <a:lnTo>
                  <a:pt x="1849535" y="5040000"/>
                </a:lnTo>
                <a:lnTo>
                  <a:pt x="1799784" y="5040000"/>
                </a:lnTo>
                <a:cubicBezTo>
                  <a:pt x="1718132" y="5040000"/>
                  <a:pt x="1718132" y="5040000"/>
                  <a:pt x="1718132" y="5040000"/>
                </a:cubicBezTo>
                <a:lnTo>
                  <a:pt x="0" y="5040000"/>
                </a:lnTo>
                <a:close/>
              </a:path>
            </a:pathLst>
          </a:custGeom>
          <a:noFill/>
        </p:spPr>
      </p:pic>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270165"/>
            <a:ext cx="8526856" cy="959957"/>
          </a:xfrm>
          <a:prstGeom prst="rect">
            <a:avLst/>
          </a:prstGeom>
        </p:spPr>
        <p:txBody>
          <a:bodyPr vert="horz" lIns="91440" tIns="45720" rIns="91440" bIns="45720" rtlCol="0" anchor="t"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spcAft>
                <a:spcPts val="600"/>
              </a:spcAft>
            </a:pPr>
            <a:r>
              <a:rPr lang="en-US" altLang="zh-CN" sz="3200" b="1" dirty="0">
                <a:ln>
                  <a:solidFill>
                    <a:srgbClr val="005480"/>
                  </a:solidFill>
                </a:ln>
              </a:rPr>
              <a:t>Transaction</a:t>
            </a:r>
            <a:r>
              <a:rPr lang="zh-CN" altLang="en-US" sz="3200" b="1" dirty="0">
                <a:ln>
                  <a:solidFill>
                    <a:srgbClr val="005480"/>
                  </a:solidFill>
                </a:ln>
              </a:rPr>
              <a:t> </a:t>
            </a:r>
            <a:r>
              <a:rPr lang="en-US" altLang="zh-CN" sz="3200" b="1" dirty="0">
                <a:ln>
                  <a:solidFill>
                    <a:srgbClr val="005480"/>
                  </a:solidFill>
                </a:ln>
              </a:rPr>
              <a:t>Data:</a:t>
            </a:r>
            <a:r>
              <a:rPr lang="zh-CN" altLang="en-US" sz="3200" b="1" dirty="0">
                <a:ln>
                  <a:solidFill>
                    <a:srgbClr val="005480"/>
                  </a:solidFill>
                </a:ln>
              </a:rPr>
              <a:t> </a:t>
            </a:r>
            <a:r>
              <a:rPr lang="en-US" altLang="zh-CN" sz="3200" b="1" dirty="0">
                <a:ln>
                  <a:solidFill>
                    <a:srgbClr val="005480"/>
                  </a:solidFill>
                </a:ln>
              </a:rPr>
              <a:t>POS</a:t>
            </a:r>
            <a:r>
              <a:rPr lang="zh-CN" altLang="en-US" sz="3200" b="1" dirty="0">
                <a:ln>
                  <a:solidFill>
                    <a:srgbClr val="005480"/>
                  </a:solidFill>
                </a:ln>
              </a:rPr>
              <a:t> </a:t>
            </a:r>
            <a:r>
              <a:rPr lang="en-US" altLang="zh-CN" sz="3200" b="1" dirty="0">
                <a:ln>
                  <a:solidFill>
                    <a:srgbClr val="005480"/>
                  </a:solidFill>
                </a:ln>
              </a:rPr>
              <a:t>in</a:t>
            </a:r>
            <a:r>
              <a:rPr lang="zh-CN" altLang="en-US" sz="3200" b="1" dirty="0">
                <a:ln>
                  <a:solidFill>
                    <a:srgbClr val="005480"/>
                  </a:solidFill>
                </a:ln>
              </a:rPr>
              <a:t> </a:t>
            </a:r>
            <a:r>
              <a:rPr lang="en-US" altLang="zh-CN" sz="3200" b="1" dirty="0">
                <a:ln>
                  <a:solidFill>
                    <a:srgbClr val="005480"/>
                  </a:solidFill>
                </a:ln>
              </a:rPr>
              <a:t>offline</a:t>
            </a:r>
            <a:r>
              <a:rPr lang="zh-CN" altLang="en-US" sz="3200" b="1" dirty="0">
                <a:ln>
                  <a:solidFill>
                    <a:srgbClr val="005480"/>
                  </a:solidFill>
                </a:ln>
              </a:rPr>
              <a:t> </a:t>
            </a:r>
            <a:r>
              <a:rPr lang="en-US" altLang="zh-CN" sz="3200" b="1" dirty="0">
                <a:ln>
                  <a:solidFill>
                    <a:srgbClr val="005480"/>
                  </a:solidFill>
                </a:ln>
              </a:rPr>
              <a:t>stores</a:t>
            </a:r>
            <a:endParaRPr lang="en-US" sz="3200" b="1" dirty="0">
              <a:ln>
                <a:solidFill>
                  <a:srgbClr val="005480"/>
                </a:solidFill>
              </a:ln>
            </a:endParaRPr>
          </a:p>
        </p:txBody>
      </p:sp>
      <p:sp>
        <p:nvSpPr>
          <p:cNvPr id="7" name="Footer Placeholder 1">
            <a:extLst>
              <a:ext uri="{FF2B5EF4-FFF2-40B4-BE49-F238E27FC236}">
                <a16:creationId xmlns:a16="http://schemas.microsoft.com/office/drawing/2014/main" id="{A746C99D-E86F-87B9-FF85-7590F2338098}"/>
              </a:ext>
            </a:extLst>
          </p:cNvPr>
          <p:cNvSpPr>
            <a:spLocks noGrp="1"/>
          </p:cNvSpPr>
          <p:nvPr>
            <p:ph type="ftr" sz="quarter" idx="11"/>
          </p:nvPr>
        </p:nvSpPr>
        <p:spPr>
          <a:xfrm>
            <a:off x="242456" y="6538912"/>
            <a:ext cx="6624000" cy="204248"/>
          </a:xfrm>
        </p:spPr>
        <p:txBody>
          <a:bodyPr vert="horz" lIns="91440" tIns="45720" rIns="91440" bIns="45720" rtlCol="0" anchor="ctr">
            <a:normAutofit/>
          </a:bodyPr>
          <a:lstStyle/>
          <a:p>
            <a:pPr>
              <a:spcAft>
                <a:spcPts val="600"/>
              </a:spcAft>
            </a:pPr>
            <a:r>
              <a:rPr lang="en-US" altLang="zh-CN" dirty="0"/>
              <a:t>By</a:t>
            </a:r>
            <a:r>
              <a:rPr lang="zh-CN" altLang="en-US" dirty="0"/>
              <a:t> </a:t>
            </a:r>
            <a:r>
              <a:rPr lang="en-US" altLang="zh-CN"/>
              <a:t>Bingqing</a:t>
            </a:r>
            <a:r>
              <a:rPr lang="zh-CN" altLang="en-US" dirty="0"/>
              <a:t> </a:t>
            </a:r>
            <a:r>
              <a:rPr lang="en-US" altLang="zh-CN"/>
              <a:t>Xiong</a:t>
            </a:r>
            <a:endParaRPr lang="en-GB"/>
          </a:p>
        </p:txBody>
      </p:sp>
      <p:sp>
        <p:nvSpPr>
          <p:cNvPr id="3" name="内容占位符 2">
            <a:extLst>
              <a:ext uri="{FF2B5EF4-FFF2-40B4-BE49-F238E27FC236}">
                <a16:creationId xmlns:a16="http://schemas.microsoft.com/office/drawing/2014/main" id="{4694AB33-69F5-4FB6-B187-0C5A0F9C567B}"/>
              </a:ext>
            </a:extLst>
          </p:cNvPr>
          <p:cNvSpPr>
            <a:spLocks noGrp="1"/>
          </p:cNvSpPr>
          <p:nvPr>
            <p:ph type="body" sz="quarter" idx="14"/>
          </p:nvPr>
        </p:nvSpPr>
        <p:spPr>
          <a:xfrm>
            <a:off x="7012230" y="909000"/>
            <a:ext cx="5050667" cy="5040000"/>
          </a:xfrm>
        </p:spPr>
        <p:txBody>
          <a:bodyPr vert="horz" wrap="square" lIns="108000" tIns="144000" rIns="108000" bIns="144000" rtlCol="0" anchor="ctr">
            <a:normAutofit/>
          </a:bodyPr>
          <a:lstStyle/>
          <a:p>
            <a:pPr>
              <a:spcAft>
                <a:spcPts val="600"/>
              </a:spcAft>
            </a:pPr>
            <a:r>
              <a:rPr lang="en-US" altLang="zh-CN" sz="2400" dirty="0">
                <a:solidFill>
                  <a:schemeClr val="tx1"/>
                </a:solidFill>
              </a:rPr>
              <a:t>POS</a:t>
            </a:r>
            <a:r>
              <a:rPr lang="zh-CN" altLang="en-US" sz="2400" dirty="0">
                <a:solidFill>
                  <a:schemeClr val="tx1"/>
                </a:solidFill>
              </a:rPr>
              <a:t> </a:t>
            </a:r>
            <a:r>
              <a:rPr lang="en-US" altLang="zh-CN" sz="2400" dirty="0">
                <a:solidFill>
                  <a:schemeClr val="tx1"/>
                </a:solidFill>
              </a:rPr>
              <a:t>-</a:t>
            </a:r>
            <a:r>
              <a:rPr lang="zh-CN" altLang="en-US" sz="2400" dirty="0">
                <a:solidFill>
                  <a:schemeClr val="tx1"/>
                </a:solidFill>
              </a:rPr>
              <a:t> </a:t>
            </a:r>
            <a:r>
              <a:rPr lang="en-US" altLang="zh-CN" sz="2400" dirty="0">
                <a:solidFill>
                  <a:schemeClr val="tx1"/>
                </a:solidFill>
              </a:rPr>
              <a:t>Point-of-Sale</a:t>
            </a:r>
            <a:r>
              <a:rPr lang="zh-CN" altLang="en-US" sz="2400" dirty="0">
                <a:solidFill>
                  <a:schemeClr val="tx1"/>
                </a:solidFill>
              </a:rPr>
              <a:t> </a:t>
            </a:r>
            <a:r>
              <a:rPr lang="en-US" altLang="zh-CN" sz="2400" dirty="0">
                <a:solidFill>
                  <a:schemeClr val="tx1"/>
                </a:solidFill>
              </a:rPr>
              <a:t>Systems</a:t>
            </a:r>
          </a:p>
          <a:p>
            <a:pPr>
              <a:spcAft>
                <a:spcPts val="600"/>
              </a:spcAft>
            </a:pPr>
            <a:r>
              <a:rPr lang="en-AU" sz="2400" dirty="0">
                <a:solidFill>
                  <a:schemeClr val="tx1"/>
                </a:solidFill>
              </a:rPr>
              <a:t>The POS collects</a:t>
            </a:r>
            <a:endParaRPr lang="en-AU" altLang="zh-CN" sz="2400" dirty="0">
              <a:solidFill>
                <a:schemeClr val="tx1"/>
              </a:solidFill>
            </a:endParaRPr>
          </a:p>
          <a:p>
            <a:pPr marL="457200" indent="-457200">
              <a:spcAft>
                <a:spcPts val="600"/>
              </a:spcAft>
              <a:buFont typeface="Arial" panose="020B0604020202020204" pitchFamily="34" charset="0"/>
              <a:buChar char="•"/>
            </a:pPr>
            <a:r>
              <a:rPr lang="en-AU" sz="2400" dirty="0">
                <a:solidFill>
                  <a:schemeClr val="tx1"/>
                </a:solidFill>
              </a:rPr>
              <a:t>date and time </a:t>
            </a:r>
          </a:p>
          <a:p>
            <a:pPr marL="457200" indent="-457200">
              <a:spcAft>
                <a:spcPts val="600"/>
              </a:spcAft>
              <a:buFont typeface="Arial" panose="020B0604020202020204" pitchFamily="34" charset="0"/>
              <a:buChar char="•"/>
            </a:pPr>
            <a:r>
              <a:rPr lang="en-AU" sz="2400" dirty="0">
                <a:solidFill>
                  <a:schemeClr val="tx1"/>
                </a:solidFill>
              </a:rPr>
              <a:t>items purchased </a:t>
            </a:r>
          </a:p>
          <a:p>
            <a:pPr marL="457200" indent="-457200">
              <a:spcAft>
                <a:spcPts val="600"/>
              </a:spcAft>
              <a:buFont typeface="Arial" panose="020B0604020202020204" pitchFamily="34" charset="0"/>
              <a:buChar char="•"/>
            </a:pPr>
            <a:r>
              <a:rPr lang="en-AU" sz="2400" dirty="0">
                <a:solidFill>
                  <a:schemeClr val="tx1"/>
                </a:solidFill>
              </a:rPr>
              <a:t> price of each item</a:t>
            </a:r>
          </a:p>
          <a:p>
            <a:pPr marL="457200" indent="-457200">
              <a:spcAft>
                <a:spcPts val="600"/>
              </a:spcAft>
              <a:buFont typeface="Arial" panose="020B0604020202020204" pitchFamily="34" charset="0"/>
              <a:buChar char="•"/>
            </a:pPr>
            <a:r>
              <a:rPr lang="en-AU" sz="2400" dirty="0">
                <a:solidFill>
                  <a:schemeClr val="tx1"/>
                </a:solidFill>
              </a:rPr>
              <a:t>payment method used</a:t>
            </a:r>
          </a:p>
          <a:p>
            <a:pPr marL="457200" indent="-457200">
              <a:spcAft>
                <a:spcPts val="600"/>
              </a:spcAft>
              <a:buFont typeface="Arial" panose="020B0604020202020204" pitchFamily="34" charset="0"/>
              <a:buChar char="•"/>
            </a:pPr>
            <a:r>
              <a:rPr lang="en-AU" sz="2400" dirty="0">
                <a:solidFill>
                  <a:schemeClr val="tx1"/>
                </a:solidFill>
              </a:rPr>
              <a:t>applicable taxes or fees</a:t>
            </a:r>
          </a:p>
          <a:p>
            <a:pPr marL="457200" indent="-457200">
              <a:spcAft>
                <a:spcPts val="600"/>
              </a:spcAft>
              <a:buFont typeface="Arial" panose="020B0604020202020204" pitchFamily="34" charset="0"/>
              <a:buChar char="•"/>
            </a:pPr>
            <a:r>
              <a:rPr lang="en-AU" sz="2400" dirty="0">
                <a:solidFill>
                  <a:schemeClr val="tx1"/>
                </a:solidFill>
              </a:rPr>
              <a:t>Some</a:t>
            </a:r>
            <a:r>
              <a:rPr lang="zh-CN" altLang="en-US" sz="2400" dirty="0">
                <a:solidFill>
                  <a:schemeClr val="tx1"/>
                </a:solidFill>
              </a:rPr>
              <a:t> </a:t>
            </a:r>
            <a:r>
              <a:rPr lang="en-US" altLang="zh-CN" sz="2400" dirty="0">
                <a:solidFill>
                  <a:schemeClr val="tx1"/>
                </a:solidFill>
              </a:rPr>
              <a:t>customer</a:t>
            </a:r>
            <a:r>
              <a:rPr lang="zh-CN" altLang="en-US" sz="2400" dirty="0">
                <a:solidFill>
                  <a:schemeClr val="tx1"/>
                </a:solidFill>
              </a:rPr>
              <a:t> </a:t>
            </a:r>
            <a:r>
              <a:rPr lang="en-US" altLang="zh-CN" sz="2400" dirty="0">
                <a:solidFill>
                  <a:schemeClr val="tx1"/>
                </a:solidFill>
              </a:rPr>
              <a:t>information</a:t>
            </a:r>
          </a:p>
        </p:txBody>
      </p:sp>
      <p:sp>
        <p:nvSpPr>
          <p:cNvPr id="5" name="Slide Number Placeholder 4" hidden="1">
            <a:extLst>
              <a:ext uri="{FF2B5EF4-FFF2-40B4-BE49-F238E27FC236}">
                <a16:creationId xmlns:a16="http://schemas.microsoft.com/office/drawing/2014/main" id="{0014E318-0E19-435D-933D-9978632605EC}"/>
              </a:ext>
            </a:extLst>
          </p:cNvPr>
          <p:cNvSpPr>
            <a:spLocks noGrp="1"/>
          </p:cNvSpPr>
          <p:nvPr>
            <p:ph type="sldNum" sz="quarter" idx="4294967295"/>
          </p:nvPr>
        </p:nvSpPr>
        <p:spPr>
          <a:xfrm>
            <a:off x="242456" y="5989006"/>
            <a:ext cx="576000" cy="247558"/>
          </a:xfrm>
        </p:spPr>
        <p:txBody>
          <a:bodyPr/>
          <a:lstStyle/>
          <a:p>
            <a:pPr>
              <a:spcAft>
                <a:spcPts val="600"/>
              </a:spcAft>
            </a:pPr>
            <a:fld id="{94484FCA-34D3-4F38-8D17-26869140C344}" type="slidenum">
              <a:rPr lang="en-GB" smtClean="0"/>
              <a:pPr>
                <a:spcAft>
                  <a:spcPts val="600"/>
                </a:spcAft>
              </a:pPr>
              <a:t>4</a:t>
            </a:fld>
            <a:endParaRPr lang="en-GB"/>
          </a:p>
        </p:txBody>
      </p:sp>
      <p:sp>
        <p:nvSpPr>
          <p:cNvPr id="9" name="TextBox 8">
            <a:extLst>
              <a:ext uri="{FF2B5EF4-FFF2-40B4-BE49-F238E27FC236}">
                <a16:creationId xmlns:a16="http://schemas.microsoft.com/office/drawing/2014/main" id="{EF0DBDE7-C533-1981-3E42-5D5D08D7606F}"/>
              </a:ext>
            </a:extLst>
          </p:cNvPr>
          <p:cNvSpPr txBox="1"/>
          <p:nvPr/>
        </p:nvSpPr>
        <p:spPr>
          <a:xfrm>
            <a:off x="1786680" y="6097688"/>
            <a:ext cx="7251303" cy="646331"/>
          </a:xfrm>
          <a:prstGeom prst="rect">
            <a:avLst/>
          </a:prstGeom>
          <a:noFill/>
        </p:spPr>
        <p:txBody>
          <a:bodyPr wrap="square" rtlCol="0">
            <a:spAutoFit/>
          </a:bodyPr>
          <a:lstStyle/>
          <a:p>
            <a:pPr>
              <a:spcAft>
                <a:spcPts val="600"/>
              </a:spcAft>
            </a:pPr>
            <a:r>
              <a:rPr lang="en-US" altLang="zh-CN" b="1" dirty="0"/>
              <a:t>Offline</a:t>
            </a:r>
            <a:r>
              <a:rPr lang="zh-CN" altLang="en-US" b="1" dirty="0"/>
              <a:t> </a:t>
            </a:r>
            <a:r>
              <a:rPr lang="en-US" altLang="zh-CN" b="1" dirty="0"/>
              <a:t>Store:</a:t>
            </a:r>
            <a:r>
              <a:rPr lang="zh-CN" altLang="en-US" b="1" dirty="0"/>
              <a:t> </a:t>
            </a:r>
            <a:r>
              <a:rPr lang="en-US" b="1" dirty="0"/>
              <a:t>Manual</a:t>
            </a:r>
            <a:r>
              <a:rPr lang="zh-CN" altLang="en-US" b="1" dirty="0"/>
              <a:t> </a:t>
            </a:r>
            <a:r>
              <a:rPr lang="en-US" altLang="zh-CN" b="1" dirty="0"/>
              <a:t>record-keeping,</a:t>
            </a:r>
            <a:r>
              <a:rPr lang="zh-CN" altLang="en-US" b="1" dirty="0"/>
              <a:t> </a:t>
            </a:r>
            <a:r>
              <a:rPr lang="en-US" altLang="zh-CN" b="1" dirty="0"/>
              <a:t>barcode</a:t>
            </a:r>
            <a:r>
              <a:rPr lang="zh-CN" altLang="en-US" b="1" dirty="0"/>
              <a:t> </a:t>
            </a:r>
            <a:r>
              <a:rPr lang="en-US" altLang="zh-CN" b="1" dirty="0"/>
              <a:t>scanners</a:t>
            </a:r>
            <a:r>
              <a:rPr lang="zh-CN" altLang="en-US" b="1" dirty="0"/>
              <a:t> </a:t>
            </a:r>
            <a:r>
              <a:rPr lang="en-US" altLang="zh-CN" b="1" dirty="0"/>
              <a:t>and</a:t>
            </a:r>
            <a:r>
              <a:rPr lang="zh-CN" altLang="en-US" b="1" dirty="0"/>
              <a:t> </a:t>
            </a:r>
            <a:r>
              <a:rPr lang="en-US" altLang="zh-CN" b="1" dirty="0"/>
              <a:t>mobile</a:t>
            </a:r>
            <a:r>
              <a:rPr lang="zh-CN" altLang="en-US" b="1" dirty="0"/>
              <a:t> </a:t>
            </a:r>
            <a:r>
              <a:rPr lang="en-US" altLang="zh-CN" b="1" dirty="0"/>
              <a:t>payment</a:t>
            </a:r>
            <a:r>
              <a:rPr lang="zh-CN" altLang="en-US" b="1" dirty="0"/>
              <a:t> </a:t>
            </a:r>
            <a:r>
              <a:rPr lang="en-US" altLang="zh-CN" b="1" dirty="0"/>
              <a:t>systems</a:t>
            </a:r>
            <a:r>
              <a:rPr lang="zh-CN" altLang="en-US" b="1" dirty="0"/>
              <a:t> </a:t>
            </a:r>
            <a:r>
              <a:rPr lang="en-US" altLang="zh-CN" b="1" dirty="0"/>
              <a:t>are</a:t>
            </a:r>
            <a:r>
              <a:rPr lang="zh-CN" altLang="en-US" b="1" dirty="0"/>
              <a:t> </a:t>
            </a:r>
            <a:r>
              <a:rPr lang="en-US" altLang="zh-CN" b="1" dirty="0"/>
              <a:t>also</a:t>
            </a:r>
            <a:r>
              <a:rPr lang="zh-CN" altLang="en-US" b="1" dirty="0"/>
              <a:t> </a:t>
            </a:r>
            <a:r>
              <a:rPr lang="en-US" altLang="zh-CN" b="1" dirty="0"/>
              <a:t>used.</a:t>
            </a:r>
            <a:r>
              <a:rPr lang="zh-CN" altLang="en-US" b="1" dirty="0"/>
              <a:t> </a:t>
            </a:r>
            <a:endParaRPr lang="en-US" b="1" dirty="0"/>
          </a:p>
        </p:txBody>
      </p:sp>
    </p:spTree>
    <p:extLst>
      <p:ext uri="{BB962C8B-B14F-4D97-AF65-F5344CB8AC3E}">
        <p14:creationId xmlns:p14="http://schemas.microsoft.com/office/powerpoint/2010/main" val="2765598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EE93E-6606-06E3-C35C-A5CABB95043A}"/>
              </a:ext>
            </a:extLst>
          </p:cNvPr>
          <p:cNvSpPr>
            <a:spLocks noGrp="1"/>
          </p:cNvSpPr>
          <p:nvPr>
            <p:ph type="title"/>
          </p:nvPr>
        </p:nvSpPr>
        <p:spPr>
          <a:xfrm>
            <a:off x="242456" y="270165"/>
            <a:ext cx="8050206" cy="959957"/>
          </a:xfrm>
        </p:spPr>
        <p:txBody>
          <a:bodyPr/>
          <a:lstStyle/>
          <a:p>
            <a:r>
              <a:rPr lang="en-US" altLang="zh-CN" sz="2800" dirty="0">
                <a:solidFill>
                  <a:schemeClr val="bg1"/>
                </a:solidFill>
              </a:rPr>
              <a:t>Live</a:t>
            </a:r>
            <a:r>
              <a:rPr lang="zh-CN" altLang="en-US" sz="2800" dirty="0">
                <a:solidFill>
                  <a:schemeClr val="bg1"/>
                </a:solidFill>
              </a:rPr>
              <a:t> </a:t>
            </a:r>
            <a:r>
              <a:rPr lang="en-US" altLang="zh-CN" sz="2800" dirty="0">
                <a:solidFill>
                  <a:schemeClr val="bg1"/>
                </a:solidFill>
              </a:rPr>
              <a:t>View</a:t>
            </a:r>
            <a:r>
              <a:rPr lang="zh-CN" altLang="en-US" sz="2800" dirty="0">
                <a:solidFill>
                  <a:schemeClr val="bg1"/>
                </a:solidFill>
              </a:rPr>
              <a:t> </a:t>
            </a:r>
            <a:r>
              <a:rPr lang="en-US" altLang="zh-CN" sz="2800" dirty="0">
                <a:solidFill>
                  <a:schemeClr val="bg1"/>
                </a:solidFill>
              </a:rPr>
              <a:t>from</a:t>
            </a:r>
            <a:r>
              <a:rPr lang="zh-CN" altLang="en-US" sz="2800" dirty="0">
                <a:solidFill>
                  <a:schemeClr val="bg1"/>
                </a:solidFill>
              </a:rPr>
              <a:t> </a:t>
            </a:r>
            <a:r>
              <a:rPr lang="en-US" altLang="zh-CN" sz="2800" dirty="0">
                <a:solidFill>
                  <a:schemeClr val="bg1"/>
                </a:solidFill>
              </a:rPr>
              <a:t>Shopify</a:t>
            </a:r>
            <a:r>
              <a:rPr lang="zh-CN" altLang="en-US" sz="2800" dirty="0">
                <a:solidFill>
                  <a:schemeClr val="bg1"/>
                </a:solidFill>
              </a:rPr>
              <a:t> </a:t>
            </a:r>
            <a:r>
              <a:rPr lang="en-US" altLang="zh-CN" sz="2800" dirty="0">
                <a:solidFill>
                  <a:schemeClr val="bg1"/>
                </a:solidFill>
              </a:rPr>
              <a:t>(an</a:t>
            </a:r>
            <a:r>
              <a:rPr lang="zh-CN" altLang="en-US" sz="2800" dirty="0">
                <a:solidFill>
                  <a:schemeClr val="bg1"/>
                </a:solidFill>
              </a:rPr>
              <a:t> </a:t>
            </a:r>
            <a:r>
              <a:rPr lang="en-US" altLang="zh-CN" sz="2800" dirty="0">
                <a:solidFill>
                  <a:schemeClr val="bg1"/>
                </a:solidFill>
              </a:rPr>
              <a:t>e-commerce</a:t>
            </a:r>
            <a:r>
              <a:rPr lang="zh-CN" altLang="en-US" sz="2800" dirty="0">
                <a:solidFill>
                  <a:schemeClr val="bg1"/>
                </a:solidFill>
              </a:rPr>
              <a:t> </a:t>
            </a:r>
            <a:r>
              <a:rPr lang="en-US" altLang="zh-CN" sz="2800" dirty="0">
                <a:solidFill>
                  <a:schemeClr val="bg1"/>
                </a:solidFill>
              </a:rPr>
              <a:t>platform)</a:t>
            </a:r>
            <a:endParaRPr lang="en-US" sz="2800" dirty="0">
              <a:solidFill>
                <a:schemeClr val="bg1"/>
              </a:solidFill>
            </a:endParaRPr>
          </a:p>
        </p:txBody>
      </p:sp>
      <p:sp>
        <p:nvSpPr>
          <p:cNvPr id="3" name="Content Placeholder 2">
            <a:extLst>
              <a:ext uri="{FF2B5EF4-FFF2-40B4-BE49-F238E27FC236}">
                <a16:creationId xmlns:a16="http://schemas.microsoft.com/office/drawing/2014/main" id="{22EA5243-50A7-2565-4F57-F3F1F0B9CD38}"/>
              </a:ext>
            </a:extLst>
          </p:cNvPr>
          <p:cNvSpPr>
            <a:spLocks noGrp="1"/>
          </p:cNvSpPr>
          <p:nvPr>
            <p:ph idx="1"/>
          </p:nvPr>
        </p:nvSpPr>
        <p:spPr>
          <a:xfrm>
            <a:off x="491187" y="1759351"/>
            <a:ext cx="3063269" cy="3974265"/>
          </a:xfrm>
        </p:spPr>
        <p:txBody>
          <a:bodyPr/>
          <a:lstStyle/>
          <a:p>
            <a:pPr marL="571500" indent="-571500">
              <a:lnSpc>
                <a:spcPct val="100000"/>
              </a:lnSpc>
              <a:spcBef>
                <a:spcPts val="0"/>
              </a:spcBef>
              <a:spcAft>
                <a:spcPts val="0"/>
              </a:spcAft>
              <a:buFont typeface="Arial" panose="020B0604020202020204" pitchFamily="34" charset="0"/>
              <a:buChar char="•"/>
            </a:pPr>
            <a:r>
              <a:rPr lang="en-US" altLang="zh-CN" sz="2800"/>
              <a:t>Visitors</a:t>
            </a:r>
          </a:p>
          <a:p>
            <a:pPr marL="571500" indent="-571500">
              <a:lnSpc>
                <a:spcPct val="100000"/>
              </a:lnSpc>
              <a:spcBef>
                <a:spcPts val="0"/>
              </a:spcBef>
              <a:spcAft>
                <a:spcPts val="0"/>
              </a:spcAft>
              <a:buFont typeface="Arial" panose="020B0604020202020204" pitchFamily="34" charset="0"/>
              <a:buChar char="•"/>
            </a:pPr>
            <a:r>
              <a:rPr lang="en-US" altLang="zh-CN" sz="2800"/>
              <a:t>Sales</a:t>
            </a:r>
          </a:p>
          <a:p>
            <a:pPr marL="571500" indent="-571500">
              <a:lnSpc>
                <a:spcPct val="100000"/>
              </a:lnSpc>
              <a:spcBef>
                <a:spcPts val="0"/>
              </a:spcBef>
              <a:spcAft>
                <a:spcPts val="0"/>
              </a:spcAft>
              <a:buFont typeface="Arial" panose="020B0604020202020204" pitchFamily="34" charset="0"/>
              <a:buChar char="•"/>
            </a:pPr>
            <a:r>
              <a:rPr lang="en-US" altLang="zh-CN" sz="2800"/>
              <a:t>Checkout</a:t>
            </a:r>
          </a:p>
          <a:p>
            <a:pPr marL="571500" indent="-571500">
              <a:lnSpc>
                <a:spcPct val="100000"/>
              </a:lnSpc>
              <a:spcBef>
                <a:spcPts val="0"/>
              </a:spcBef>
              <a:spcAft>
                <a:spcPts val="0"/>
              </a:spcAft>
              <a:buFont typeface="Arial" panose="020B0604020202020204" pitchFamily="34" charset="0"/>
              <a:buChar char="•"/>
            </a:pPr>
            <a:r>
              <a:rPr lang="en-US" altLang="zh-CN" sz="2800"/>
              <a:t>Metrics</a:t>
            </a:r>
          </a:p>
          <a:p>
            <a:pPr marL="571500" indent="-571500">
              <a:lnSpc>
                <a:spcPct val="100000"/>
              </a:lnSpc>
              <a:spcBef>
                <a:spcPts val="0"/>
              </a:spcBef>
              <a:spcAft>
                <a:spcPts val="0"/>
              </a:spcAft>
              <a:buFont typeface="Arial" panose="020B0604020202020204" pitchFamily="34" charset="0"/>
              <a:buChar char="•"/>
            </a:pPr>
            <a:r>
              <a:rPr lang="en-US" altLang="zh-CN" sz="2800"/>
              <a:t>Traffic</a:t>
            </a:r>
            <a:endParaRPr lang="en-US" sz="2800" dirty="0"/>
          </a:p>
        </p:txBody>
      </p:sp>
      <p:sp>
        <p:nvSpPr>
          <p:cNvPr id="4" name="Footer Placeholder 3">
            <a:extLst>
              <a:ext uri="{FF2B5EF4-FFF2-40B4-BE49-F238E27FC236}">
                <a16:creationId xmlns:a16="http://schemas.microsoft.com/office/drawing/2014/main" id="{9E2B0F49-FEDE-E2E7-548F-570549ACD5EF}"/>
              </a:ext>
            </a:extLst>
          </p:cNvPr>
          <p:cNvSpPr>
            <a:spLocks noGrp="1"/>
          </p:cNvSpPr>
          <p:nvPr>
            <p:ph type="ftr" sz="quarter" idx="11"/>
          </p:nvPr>
        </p:nvSpPr>
        <p:spPr/>
        <p:txBody>
          <a:bodyPr/>
          <a:lstStyle/>
          <a:p>
            <a:r>
              <a:rPr lang="en-GB"/>
              <a:t>by </a:t>
            </a:r>
            <a:r>
              <a:rPr lang="en-US" altLang="zh-CN"/>
              <a:t>Bingqing</a:t>
            </a:r>
            <a:r>
              <a:rPr lang="zh-CN" altLang="en-US"/>
              <a:t> </a:t>
            </a:r>
            <a:r>
              <a:rPr lang="en-US" altLang="zh-CN"/>
              <a:t>Xiong</a:t>
            </a:r>
            <a:endParaRPr lang="en-GB" dirty="0"/>
          </a:p>
        </p:txBody>
      </p:sp>
      <p:sp>
        <p:nvSpPr>
          <p:cNvPr id="5" name="Slide Number Placeholder 4">
            <a:extLst>
              <a:ext uri="{FF2B5EF4-FFF2-40B4-BE49-F238E27FC236}">
                <a16:creationId xmlns:a16="http://schemas.microsoft.com/office/drawing/2014/main" id="{C1839F8C-334F-802C-78A8-F44BD3E4540A}"/>
              </a:ext>
            </a:extLst>
          </p:cNvPr>
          <p:cNvSpPr>
            <a:spLocks noGrp="1"/>
          </p:cNvSpPr>
          <p:nvPr>
            <p:ph type="sldNum" sz="quarter" idx="12"/>
          </p:nvPr>
        </p:nvSpPr>
        <p:spPr/>
        <p:txBody>
          <a:bodyPr/>
          <a:lstStyle/>
          <a:p>
            <a:fld id="{94484FCA-34D3-4F38-8D17-26869140C344}" type="slidenum">
              <a:rPr lang="en-GB" smtClean="0"/>
              <a:t>5</a:t>
            </a:fld>
            <a:endParaRPr lang="en-GB"/>
          </a:p>
        </p:txBody>
      </p:sp>
      <p:pic>
        <p:nvPicPr>
          <p:cNvPr id="6" name="Picture 5">
            <a:extLst>
              <a:ext uri="{FF2B5EF4-FFF2-40B4-BE49-F238E27FC236}">
                <a16:creationId xmlns:a16="http://schemas.microsoft.com/office/drawing/2014/main" id="{177012FF-6AC9-1988-6667-8A7D1725F493}"/>
              </a:ext>
            </a:extLst>
          </p:cNvPr>
          <p:cNvPicPr>
            <a:picLocks noChangeAspect="1"/>
          </p:cNvPicPr>
          <p:nvPr/>
        </p:nvPicPr>
        <p:blipFill>
          <a:blip r:embed="rId3"/>
          <a:stretch>
            <a:fillRect/>
          </a:stretch>
        </p:blipFill>
        <p:spPr>
          <a:xfrm>
            <a:off x="2750569" y="1119592"/>
            <a:ext cx="9198975" cy="5738408"/>
          </a:xfrm>
          <a:prstGeom prst="rect">
            <a:avLst/>
          </a:prstGeom>
        </p:spPr>
      </p:pic>
    </p:spTree>
    <p:extLst>
      <p:ext uri="{BB962C8B-B14F-4D97-AF65-F5344CB8AC3E}">
        <p14:creationId xmlns:p14="http://schemas.microsoft.com/office/powerpoint/2010/main" val="878888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484011" y="293191"/>
            <a:ext cx="6605902" cy="11253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The</a:t>
            </a:r>
            <a:r>
              <a:rPr lang="zh-CN" altLang="en-US" sz="3200" b="1" dirty="0">
                <a:solidFill>
                  <a:schemeClr val="bg1"/>
                </a:solidFill>
              </a:rPr>
              <a:t> </a:t>
            </a:r>
            <a:r>
              <a:rPr lang="en-US" altLang="zh-CN" sz="3200" b="1" dirty="0">
                <a:solidFill>
                  <a:schemeClr val="bg1"/>
                </a:solidFill>
              </a:rPr>
              <a:t>Role</a:t>
            </a:r>
            <a:r>
              <a:rPr lang="zh-CN" altLang="en-US" sz="3200" b="1" dirty="0">
                <a:solidFill>
                  <a:schemeClr val="bg1"/>
                </a:solidFill>
              </a:rPr>
              <a:t> </a:t>
            </a:r>
            <a:r>
              <a:rPr lang="en-US" altLang="zh-CN" sz="3200" b="1" dirty="0">
                <a:solidFill>
                  <a:schemeClr val="bg1"/>
                </a:solidFill>
              </a:rPr>
              <a:t>of</a:t>
            </a:r>
            <a:r>
              <a:rPr lang="zh-CN" altLang="en-US" sz="3200" b="1" dirty="0">
                <a:solidFill>
                  <a:schemeClr val="bg1"/>
                </a:solidFill>
              </a:rPr>
              <a:t> </a:t>
            </a:r>
            <a:r>
              <a:rPr lang="en-US" sz="3200" b="1" dirty="0">
                <a:solidFill>
                  <a:schemeClr val="bg1"/>
                </a:solidFill>
              </a:rPr>
              <a:t>Transaction</a:t>
            </a:r>
            <a:r>
              <a:rPr lang="en-US" sz="3200" b="1" dirty="0">
                <a:ln>
                  <a:solidFill>
                    <a:srgbClr val="005480"/>
                  </a:solidFill>
                </a:ln>
                <a:solidFill>
                  <a:schemeClr val="bg1"/>
                </a:solidFill>
              </a:rPr>
              <a:t> </a:t>
            </a:r>
            <a:r>
              <a:rPr lang="en-US" sz="3200" b="1" dirty="0">
                <a:solidFill>
                  <a:schemeClr val="bg1"/>
                </a:solidFill>
              </a:rPr>
              <a:t>Data</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6</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10427035" cy="4351338"/>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Transaction and purchase data is useful for predicting sales</a:t>
            </a:r>
          </a:p>
          <a:p>
            <a:pPr marL="457200" indent="-457200">
              <a:lnSpc>
                <a:spcPct val="100000"/>
              </a:lnSpc>
              <a:spcAft>
                <a:spcPts val="600"/>
              </a:spcAft>
              <a:buFont typeface="Wingdings" panose="05000000000000000000" pitchFamily="2" charset="2"/>
              <a:buChar char="v"/>
            </a:pPr>
            <a:r>
              <a:rPr lang="en-US" sz="3200" dirty="0"/>
              <a:t>Can also be used to reflect and/or understand the emotional or cognitive factors influencing customer </a:t>
            </a:r>
            <a:r>
              <a:rPr lang="en-US" sz="3200" dirty="0" err="1"/>
              <a:t>behaviour</a:t>
            </a:r>
            <a:endParaRPr lang="en-US" sz="3200" dirty="0"/>
          </a:p>
          <a:p>
            <a:pPr marL="457200" indent="-457200">
              <a:lnSpc>
                <a:spcPct val="100000"/>
              </a:lnSpc>
              <a:spcAft>
                <a:spcPts val="600"/>
              </a:spcAft>
              <a:buFont typeface="Wingdings" panose="05000000000000000000" pitchFamily="2" charset="2"/>
              <a:buChar char="v"/>
            </a:pPr>
            <a:r>
              <a:rPr lang="en-US" sz="3200" dirty="0"/>
              <a:t>Identifying meaningful and significant tendencies and characteristics in the data</a:t>
            </a:r>
          </a:p>
        </p:txBody>
      </p:sp>
      <p:sp>
        <p:nvSpPr>
          <p:cNvPr id="7" name="Footer Placeholder 1">
            <a:extLst>
              <a:ext uri="{FF2B5EF4-FFF2-40B4-BE49-F238E27FC236}">
                <a16:creationId xmlns:a16="http://schemas.microsoft.com/office/drawing/2014/main" id="{A746C99D-E86F-87B9-FF85-7590F2338098}"/>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29681248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0" y="293077"/>
            <a:ext cx="7804204" cy="112388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2" name="Footer Placeholder 1">
            <a:extLst>
              <a:ext uri="{FF2B5EF4-FFF2-40B4-BE49-F238E27FC236}">
                <a16:creationId xmlns:a16="http://schemas.microsoft.com/office/drawing/2014/main" id="{806F531A-97BC-4A1B-ACFC-72196C0D3672}"/>
              </a:ext>
            </a:extLst>
          </p:cNvPr>
          <p:cNvSpPr>
            <a:spLocks noGrp="1"/>
          </p:cNvSpPr>
          <p:nvPr>
            <p:ph type="ftr" sz="quarter" idx="11"/>
          </p:nvPr>
        </p:nvSpPr>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7</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10427035" cy="4625796"/>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Dynamics of Individual Transaction Data</a:t>
            </a:r>
          </a:p>
          <a:p>
            <a:pPr marL="457200" indent="-457200">
              <a:lnSpc>
                <a:spcPct val="100000"/>
              </a:lnSpc>
              <a:spcAft>
                <a:spcPts val="600"/>
              </a:spcAft>
              <a:buFont typeface="Wingdings" panose="05000000000000000000" pitchFamily="2" charset="2"/>
              <a:buChar char="v"/>
            </a:pPr>
            <a:r>
              <a:rPr lang="en-US" sz="3200" dirty="0"/>
              <a:t>Loyalty</a:t>
            </a:r>
          </a:p>
          <a:p>
            <a:pPr marL="1149350" lvl="1" indent="-285750">
              <a:lnSpc>
                <a:spcPct val="100000"/>
              </a:lnSpc>
              <a:spcBef>
                <a:spcPts val="0"/>
              </a:spcBef>
              <a:buFont typeface="Arial" panose="020B0604020202020204" pitchFamily="34" charset="0"/>
              <a:buChar char="•"/>
            </a:pPr>
            <a:r>
              <a:rPr lang="en-US" dirty="0"/>
              <a:t>Purchase </a:t>
            </a:r>
            <a:r>
              <a:rPr lang="en-US" dirty="0" err="1"/>
              <a:t>behaviour</a:t>
            </a:r>
            <a:r>
              <a:rPr lang="en-US" dirty="0"/>
              <a:t> </a:t>
            </a:r>
            <a:r>
              <a:rPr lang="en-US" dirty="0">
                <a:sym typeface="Wingdings" panose="05000000000000000000" pitchFamily="2" charset="2"/>
              </a:rPr>
              <a:t> </a:t>
            </a:r>
            <a:r>
              <a:rPr lang="en-US" dirty="0"/>
              <a:t>Dynamics of repeat purchase (e.g., frequency)</a:t>
            </a:r>
          </a:p>
          <a:p>
            <a:pPr marL="1149350" lvl="1" indent="-285750">
              <a:lnSpc>
                <a:spcPct val="100000"/>
              </a:lnSpc>
              <a:spcBef>
                <a:spcPts val="0"/>
              </a:spcBef>
              <a:buFont typeface="Arial" panose="020B0604020202020204" pitchFamily="34" charset="0"/>
              <a:buChar char="•"/>
            </a:pPr>
            <a:r>
              <a:rPr lang="en-US" dirty="0"/>
              <a:t>Attachment </a:t>
            </a:r>
            <a:r>
              <a:rPr lang="en-US" dirty="0">
                <a:sym typeface="Wingdings" panose="05000000000000000000" pitchFamily="2" charset="2"/>
              </a:rPr>
              <a:t> </a:t>
            </a:r>
            <a:r>
              <a:rPr lang="en-US" dirty="0"/>
              <a:t>Emotional bonds to a brand (e.g., sentiment</a:t>
            </a:r>
            <a:r>
              <a:rPr lang="zh-CN" altLang="en-US" dirty="0"/>
              <a:t> </a:t>
            </a:r>
            <a:r>
              <a:rPr lang="en-US" altLang="zh-CN" dirty="0"/>
              <a:t>from</a:t>
            </a:r>
            <a:r>
              <a:rPr lang="zh-CN" altLang="en-US" dirty="0"/>
              <a:t> </a:t>
            </a:r>
            <a:r>
              <a:rPr lang="en-US" altLang="zh-CN" dirty="0"/>
              <a:t>the</a:t>
            </a:r>
            <a:r>
              <a:rPr lang="zh-CN" altLang="en-US" dirty="0"/>
              <a:t> </a:t>
            </a:r>
            <a:r>
              <a:rPr lang="en-US" altLang="zh-CN" dirty="0"/>
              <a:t>review</a:t>
            </a:r>
            <a:r>
              <a:rPr lang="en-US" dirty="0"/>
              <a:t>)</a:t>
            </a:r>
          </a:p>
          <a:p>
            <a:pPr marL="457200" indent="-457200">
              <a:lnSpc>
                <a:spcPct val="100000"/>
              </a:lnSpc>
              <a:spcAft>
                <a:spcPts val="600"/>
              </a:spcAft>
              <a:buFont typeface="Wingdings" panose="05000000000000000000" pitchFamily="2" charset="2"/>
              <a:buChar char="v"/>
            </a:pPr>
            <a:r>
              <a:rPr lang="en-US" altLang="zh-CN" sz="3200" dirty="0"/>
              <a:t>Habit</a:t>
            </a:r>
            <a:endParaRPr lang="en-US" sz="3200" dirty="0"/>
          </a:p>
          <a:p>
            <a:pPr marL="1149350" lvl="1" indent="-285750">
              <a:lnSpc>
                <a:spcPct val="110000"/>
              </a:lnSpc>
              <a:spcAft>
                <a:spcPts val="600"/>
              </a:spcAft>
              <a:buFont typeface="Arial" panose="020B0604020202020204" pitchFamily="34" charset="0"/>
              <a:buChar char="•"/>
            </a:pPr>
            <a:r>
              <a:rPr lang="en-US" dirty="0"/>
              <a:t>Purchase </a:t>
            </a:r>
            <a:r>
              <a:rPr lang="en-US" dirty="0" err="1"/>
              <a:t>behaviour</a:t>
            </a:r>
            <a:r>
              <a:rPr lang="en-US" dirty="0"/>
              <a:t> </a:t>
            </a:r>
            <a:r>
              <a:rPr lang="en-US" dirty="0">
                <a:sym typeface="Wingdings" panose="05000000000000000000" pitchFamily="2" charset="2"/>
              </a:rPr>
              <a:t> </a:t>
            </a:r>
            <a:r>
              <a:rPr lang="en-US" dirty="0"/>
              <a:t>Frequency + Routine (e.g., Time/Space)</a:t>
            </a:r>
          </a:p>
          <a:p>
            <a:pPr marL="457200" indent="-457200">
              <a:lnSpc>
                <a:spcPct val="100000"/>
              </a:lnSpc>
              <a:spcAft>
                <a:spcPts val="600"/>
              </a:spcAft>
              <a:buFont typeface="Wingdings" panose="05000000000000000000" pitchFamily="2" charset="2"/>
              <a:buChar char="v"/>
            </a:pPr>
            <a:r>
              <a:rPr lang="en-US" sz="3200" dirty="0"/>
              <a:t>Variety Seeking</a:t>
            </a:r>
          </a:p>
          <a:p>
            <a:pPr marL="1149350" lvl="1" indent="-285750">
              <a:lnSpc>
                <a:spcPct val="100000"/>
              </a:lnSpc>
              <a:spcBef>
                <a:spcPts val="0"/>
              </a:spcBef>
              <a:buFont typeface="Arial" panose="020B0604020202020204" pitchFamily="34" charset="0"/>
              <a:buChar char="•"/>
            </a:pPr>
            <a:r>
              <a:rPr lang="en-US" dirty="0"/>
              <a:t>Product switching </a:t>
            </a:r>
          </a:p>
          <a:p>
            <a:pPr marL="1149350" lvl="1" indent="-285750">
              <a:lnSpc>
                <a:spcPct val="100000"/>
              </a:lnSpc>
              <a:spcBef>
                <a:spcPts val="0"/>
              </a:spcBef>
              <a:buFont typeface="Arial" panose="020B0604020202020204" pitchFamily="34" charset="0"/>
              <a:buChar char="•"/>
            </a:pPr>
            <a:r>
              <a:rPr lang="en-US" dirty="0"/>
              <a:t>Variance of products</a:t>
            </a:r>
            <a:endParaRPr lang="en-GB" dirty="0"/>
          </a:p>
        </p:txBody>
      </p:sp>
    </p:spTree>
    <p:extLst>
      <p:ext uri="{BB962C8B-B14F-4D97-AF65-F5344CB8AC3E}">
        <p14:creationId xmlns:p14="http://schemas.microsoft.com/office/powerpoint/2010/main" val="232424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136525"/>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8</a:t>
            </a:fld>
            <a:endParaRPr lang="en-GB" dirty="0"/>
          </a:p>
        </p:txBody>
      </p:sp>
      <p:pic>
        <p:nvPicPr>
          <p:cNvPr id="10" name="Picture 9">
            <a:extLst>
              <a:ext uri="{FF2B5EF4-FFF2-40B4-BE49-F238E27FC236}">
                <a16:creationId xmlns:a16="http://schemas.microsoft.com/office/drawing/2014/main" id="{934F640B-7F09-41DC-A50A-ECDE87279C2F}"/>
              </a:ext>
            </a:extLst>
          </p:cNvPr>
          <p:cNvPicPr>
            <a:picLocks noChangeAspect="1"/>
          </p:cNvPicPr>
          <p:nvPr/>
        </p:nvPicPr>
        <p:blipFill>
          <a:blip r:embed="rId3"/>
          <a:stretch>
            <a:fillRect/>
          </a:stretch>
        </p:blipFill>
        <p:spPr>
          <a:xfrm>
            <a:off x="8856984" y="1944688"/>
            <a:ext cx="3145074" cy="3503612"/>
          </a:xfrm>
          <a:prstGeom prst="rect">
            <a:avLst/>
          </a:prstGeom>
        </p:spPr>
      </p:pic>
      <p:sp>
        <p:nvSpPr>
          <p:cNvPr id="11" name="Rectangle 10">
            <a:extLst>
              <a:ext uri="{FF2B5EF4-FFF2-40B4-BE49-F238E27FC236}">
                <a16:creationId xmlns:a16="http://schemas.microsoft.com/office/drawing/2014/main" id="{3101630B-C533-48FB-95E8-34A27403F303}"/>
              </a:ext>
            </a:extLst>
          </p:cNvPr>
          <p:cNvSpPr/>
          <p:nvPr/>
        </p:nvSpPr>
        <p:spPr bwMode="auto">
          <a:xfrm>
            <a:off x="11633200" y="5067300"/>
            <a:ext cx="304800" cy="444500"/>
          </a:xfrm>
          <a:prstGeom prst="rect">
            <a:avLst/>
          </a:prstGeom>
          <a:solidFill>
            <a:schemeClr val="bg1"/>
          </a:solidFill>
        </p:spPr>
        <p:txBody>
          <a:bodyPr vert="horz" wrap="square" lIns="91440" tIns="45720" rIns="91440" bIns="45720" numCol="1" rtlCol="0" anchor="t" anchorCtr="0" compatLnSpc="1">
            <a:prstTxWarp prst="textNoShape">
              <a:avLst/>
            </a:prstTxWarp>
          </a:bodyPr>
          <a:lstStyle/>
          <a:p>
            <a:pPr algn="l"/>
            <a:endParaRPr lang="en-GB"/>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8763001" cy="4157965"/>
          </a:xfrm>
        </p:spPr>
        <p:txBody>
          <a:bodyPr>
            <a:normAutofit/>
          </a:bodyPr>
          <a:lstStyle/>
          <a:p>
            <a:pPr marL="457200" indent="-457200">
              <a:lnSpc>
                <a:spcPct val="100000"/>
              </a:lnSpc>
              <a:spcAft>
                <a:spcPts val="600"/>
              </a:spcAft>
              <a:buFont typeface="Wingdings" panose="05000000000000000000" pitchFamily="2" charset="2"/>
              <a:buChar char="v"/>
            </a:pPr>
            <a:r>
              <a:rPr lang="en-US" altLang="zh-CN" dirty="0"/>
              <a:t>Recency, Frequency, Monetary (RFM) Analysis</a:t>
            </a:r>
          </a:p>
          <a:p>
            <a:pPr lvl="4">
              <a:spcBef>
                <a:spcPts val="0"/>
              </a:spcBef>
              <a:buFont typeface="Wingdings" panose="05000000000000000000" pitchFamily="2" charset="2"/>
              <a:buChar char="q"/>
            </a:pPr>
            <a:r>
              <a:rPr lang="en-US" altLang="zh-CN" dirty="0"/>
              <a:t>Recency: How recent was the customer’s last purchase?</a:t>
            </a:r>
          </a:p>
          <a:p>
            <a:pPr lvl="4">
              <a:spcBef>
                <a:spcPts val="0"/>
              </a:spcBef>
              <a:buFont typeface="Wingdings" panose="05000000000000000000" pitchFamily="2" charset="2"/>
              <a:buChar char="q"/>
            </a:pPr>
            <a:r>
              <a:rPr lang="en-US" altLang="zh-CN" dirty="0"/>
              <a:t>Frequency: How often did this customer make a purchase in a given period?</a:t>
            </a:r>
          </a:p>
          <a:p>
            <a:pPr lvl="4">
              <a:spcBef>
                <a:spcPts val="0"/>
              </a:spcBef>
              <a:buFont typeface="Wingdings" panose="05000000000000000000" pitchFamily="2" charset="2"/>
              <a:buChar char="q"/>
            </a:pPr>
            <a:r>
              <a:rPr lang="en-US" altLang="zh-CN" dirty="0"/>
              <a:t>Monetary: How much money did this customer spend in a given period</a:t>
            </a:r>
          </a:p>
          <a:p>
            <a:pPr lvl="1">
              <a:lnSpc>
                <a:spcPct val="100000"/>
              </a:lnSpc>
              <a:defRPr/>
            </a:pPr>
            <a:endParaRPr kumimoji="0" lang="en-US" altLang="zh-CN"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285750" lvl="1" indent="-285750">
              <a:lnSpc>
                <a:spcPct val="100000"/>
              </a:lnSpc>
              <a:buFont typeface="Arial" panose="020B0604020202020204" pitchFamily="34" charset="0"/>
              <a:buChar char="•"/>
              <a:defRPr/>
            </a:pPr>
            <a:r>
              <a:rPr kumimoji="0" lang="en-US" altLang="zh-CN"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Consumers can be given a score according to the actual value or be assigned to quartiles of groups based on their scores</a:t>
            </a:r>
            <a:endParaRPr lang="en-GB" sz="2800" dirty="0"/>
          </a:p>
          <a:p>
            <a:pPr marL="457200" indent="-457200">
              <a:lnSpc>
                <a:spcPct val="100000"/>
              </a:lnSpc>
              <a:spcAft>
                <a:spcPts val="600"/>
              </a:spcAft>
              <a:buFont typeface="Wingdings" panose="05000000000000000000" pitchFamily="2" charset="2"/>
              <a:buChar char="v"/>
            </a:pPr>
            <a:endParaRPr lang="en-GB" dirty="0"/>
          </a:p>
        </p:txBody>
      </p:sp>
      <p:sp>
        <p:nvSpPr>
          <p:cNvPr id="8" name="Footer Placeholder 1">
            <a:extLst>
              <a:ext uri="{FF2B5EF4-FFF2-40B4-BE49-F238E27FC236}">
                <a16:creationId xmlns:a16="http://schemas.microsoft.com/office/drawing/2014/main" id="{AED8C076-12D7-4CC6-3723-05D28A3C61F0}"/>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2377060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463935"/>
            <a:ext cx="10150122" cy="92405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9</a:t>
            </a:fld>
            <a:endParaRPr lang="en-GB" dirty="0"/>
          </a:p>
        </p:txBody>
      </p:sp>
      <p:sp>
        <p:nvSpPr>
          <p:cNvPr id="11" name="Rectangle 10">
            <a:extLst>
              <a:ext uri="{FF2B5EF4-FFF2-40B4-BE49-F238E27FC236}">
                <a16:creationId xmlns:a16="http://schemas.microsoft.com/office/drawing/2014/main" id="{3101630B-C533-48FB-95E8-34A27403F303}"/>
              </a:ext>
            </a:extLst>
          </p:cNvPr>
          <p:cNvSpPr/>
          <p:nvPr/>
        </p:nvSpPr>
        <p:spPr bwMode="auto">
          <a:xfrm>
            <a:off x="11633200" y="5067300"/>
            <a:ext cx="304800" cy="444500"/>
          </a:xfrm>
          <a:prstGeom prst="rect">
            <a:avLst/>
          </a:prstGeom>
          <a:solidFill>
            <a:schemeClr val="bg1"/>
          </a:solidFill>
        </p:spPr>
        <p:txBody>
          <a:bodyPr vert="horz" wrap="square" lIns="91440" tIns="45720" rIns="91440" bIns="45720" numCol="1" rtlCol="0" anchor="t" anchorCtr="0" compatLnSpc="1">
            <a:prstTxWarp prst="textNoShape">
              <a:avLst/>
            </a:prstTxWarp>
          </a:bodyPr>
          <a:lstStyle/>
          <a:p>
            <a:pPr algn="l"/>
            <a:endParaRPr lang="en-GB"/>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8763001" cy="4306820"/>
          </a:xfrm>
        </p:spPr>
        <p:txBody>
          <a:bodyPr>
            <a:normAutofit/>
          </a:bodyPr>
          <a:lstStyle/>
          <a:p>
            <a:pPr marL="457200" indent="-457200">
              <a:lnSpc>
                <a:spcPct val="100000"/>
              </a:lnSpc>
              <a:spcAft>
                <a:spcPts val="600"/>
              </a:spcAft>
              <a:buFont typeface="Wingdings" panose="05000000000000000000" pitchFamily="2" charset="2"/>
              <a:buChar char="v"/>
            </a:pPr>
            <a:r>
              <a:rPr lang="en-US" altLang="zh-CN" sz="3200" dirty="0"/>
              <a:t>Recency, Frequency, Monetary (RFM) Analysis</a:t>
            </a:r>
          </a:p>
          <a:p>
            <a:pPr marL="645750" lvl="3" indent="-285750">
              <a:spcBef>
                <a:spcPts val="1000"/>
              </a:spcBef>
              <a:defRPr/>
            </a:pPr>
            <a:r>
              <a:rPr lang="en-US" altLang="zh-CN" dirty="0">
                <a:solidFill>
                  <a:prstClr val="black"/>
                </a:solidFill>
                <a:latin typeface="Calibri" panose="020F0502020204030204"/>
                <a:ea typeface="等线" panose="02010600030101010101" pitchFamily="2" charset="-122"/>
              </a:rPr>
              <a:t>Consumers who rank highly in RFM are more likely to be repeat buyers</a:t>
            </a:r>
            <a:endParaRPr kumimoji="0" lang="en-US" altLang="zh-CN"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645750" lvl="3" indent="-285750">
              <a:spcBef>
                <a:spcPts val="1000"/>
              </a:spcBef>
              <a:defRPr/>
            </a:pPr>
            <a:r>
              <a:rPr lang="en-US" altLang="zh-CN" dirty="0">
                <a:solidFill>
                  <a:prstClr val="black"/>
                </a:solidFill>
                <a:latin typeface="Calibri" panose="020F0502020204030204"/>
                <a:ea typeface="等线" panose="02010600030101010101" pitchFamily="2" charset="-122"/>
              </a:rPr>
              <a:t>RFM scores can then be cross-referenced with other variables (e.g., demographics)</a:t>
            </a:r>
          </a:p>
          <a:p>
            <a:pPr marL="645750" lvl="3" indent="-285750">
              <a:spcBef>
                <a:spcPts val="1000"/>
              </a:spcBef>
              <a:defRPr/>
            </a:pPr>
            <a:r>
              <a:rPr kumimoji="0" lang="en-US" altLang="zh-CN"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RFM can also be about other </a:t>
            </a:r>
            <a:r>
              <a:rPr kumimoji="0" lang="en-US" altLang="zh-CN" b="0" i="0" u="none" strike="noStrike" kern="1200" cap="none" spc="0" normalizeH="0" baseline="0" noProof="0" dirty="0" err="1">
                <a:ln>
                  <a:noFill/>
                </a:ln>
                <a:solidFill>
                  <a:prstClr val="black"/>
                </a:solidFill>
                <a:effectLst/>
                <a:uLnTx/>
                <a:uFillTx/>
                <a:latin typeface="Calibri" panose="020F0502020204030204"/>
                <a:ea typeface="等线" panose="02010600030101010101" pitchFamily="2" charset="-122"/>
                <a:cs typeface="+mn-cs"/>
              </a:rPr>
              <a:t>behaviours</a:t>
            </a:r>
            <a:r>
              <a:rPr lang="en-US" altLang="zh-CN" dirty="0">
                <a:solidFill>
                  <a:prstClr val="black"/>
                </a:solidFill>
                <a:latin typeface="Calibri" panose="020F0502020204030204"/>
                <a:ea typeface="等线" panose="02010600030101010101" pitchFamily="2" charset="-122"/>
              </a:rPr>
              <a:t>, and</a:t>
            </a:r>
            <a:r>
              <a:rPr kumimoji="0" lang="en-US" altLang="zh-CN"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 may set alert of customer</a:t>
            </a:r>
            <a:r>
              <a:rPr lang="en-US" altLang="zh-CN" dirty="0">
                <a:solidFill>
                  <a:prstClr val="black"/>
                </a:solidFill>
                <a:latin typeface="Calibri" panose="020F0502020204030204"/>
                <a:ea typeface="等线" panose="02010600030101010101" pitchFamily="2" charset="-122"/>
              </a:rPr>
              <a:t> churning</a:t>
            </a:r>
          </a:p>
          <a:p>
            <a:pPr marL="645750" lvl="3" indent="-285750">
              <a:spcBef>
                <a:spcPts val="1000"/>
              </a:spcBef>
              <a:defRPr/>
            </a:pPr>
            <a:r>
              <a:rPr lang="en-US" altLang="zh-CN" dirty="0">
                <a:solidFill>
                  <a:prstClr val="black"/>
                </a:solidFill>
                <a:latin typeface="Calibri" panose="020F0502020204030204"/>
                <a:ea typeface="等线" panose="02010600030101010101" pitchFamily="2" charset="-122"/>
              </a:rPr>
              <a:t>However, each business has different interpretations of what a good recency score is</a:t>
            </a:r>
          </a:p>
          <a:p>
            <a:pPr marL="645750" lvl="3" indent="-285750">
              <a:spcBef>
                <a:spcPts val="1000"/>
              </a:spcBef>
              <a:defRPr/>
            </a:pPr>
            <a:r>
              <a:rPr lang="en-US" altLang="zh-CN" sz="2800" dirty="0">
                <a:solidFill>
                  <a:prstClr val="black"/>
                </a:solidFill>
                <a:latin typeface="Calibri" panose="020F0502020204030204"/>
                <a:ea typeface="等线" panose="02010600030101010101" pitchFamily="2" charset="-122"/>
              </a:rPr>
              <a:t>Provide</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your</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RFM</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criteria</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is</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important</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as</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it</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varies</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in</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different</a:t>
            </a:r>
            <a:r>
              <a:rPr lang="zh-CN" altLang="en-US" sz="2800" dirty="0">
                <a:solidFill>
                  <a:prstClr val="black"/>
                </a:solidFill>
                <a:latin typeface="Calibri" panose="020F0502020204030204"/>
                <a:ea typeface="等线" panose="02010600030101010101" pitchFamily="2" charset="-122"/>
              </a:rPr>
              <a:t> </a:t>
            </a:r>
            <a:r>
              <a:rPr lang="en-US" altLang="zh-CN" sz="2800" dirty="0">
                <a:solidFill>
                  <a:prstClr val="black"/>
                </a:solidFill>
                <a:latin typeface="Calibri" panose="020F0502020204030204"/>
                <a:ea typeface="等线" panose="02010600030101010101" pitchFamily="2" charset="-122"/>
              </a:rPr>
              <a:t>contexts</a:t>
            </a:r>
            <a:endParaRPr lang="en-GB" sz="2800" dirty="0"/>
          </a:p>
          <a:p>
            <a:pPr marL="457200" indent="-457200">
              <a:lnSpc>
                <a:spcPct val="100000"/>
              </a:lnSpc>
              <a:spcAft>
                <a:spcPts val="600"/>
              </a:spcAft>
              <a:buFont typeface="Wingdings" panose="05000000000000000000" pitchFamily="2" charset="2"/>
              <a:buChar char="v"/>
            </a:pPr>
            <a:endParaRPr lang="en-GB" dirty="0"/>
          </a:p>
        </p:txBody>
      </p:sp>
      <p:sp>
        <p:nvSpPr>
          <p:cNvPr id="8" name="Footer Placeholder 1">
            <a:extLst>
              <a:ext uri="{FF2B5EF4-FFF2-40B4-BE49-F238E27FC236}">
                <a16:creationId xmlns:a16="http://schemas.microsoft.com/office/drawing/2014/main" id="{53A8377C-945C-A456-0696-3F2F47BD16F5}"/>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2597740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155765" y="96034"/>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10</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18456" y="1421597"/>
            <a:ext cx="10427035" cy="628021"/>
          </a:xfrm>
        </p:spPr>
        <p:txBody>
          <a:bodyPr>
            <a:normAutofit fontScale="92500" lnSpcReduction="20000"/>
          </a:bodyPr>
          <a:lstStyle/>
          <a:p>
            <a:pPr marL="457200" indent="-457200">
              <a:lnSpc>
                <a:spcPct val="100000"/>
              </a:lnSpc>
              <a:spcAft>
                <a:spcPts val="600"/>
              </a:spcAft>
              <a:buFont typeface="Wingdings" panose="05000000000000000000" pitchFamily="2" charset="2"/>
              <a:buChar char="v"/>
            </a:pPr>
            <a:r>
              <a:rPr lang="en-US" dirty="0"/>
              <a:t>Customer Lifetime Value (CLV)</a:t>
            </a:r>
          </a:p>
          <a:p>
            <a:pPr lvl="1">
              <a:lnSpc>
                <a:spcPct val="100000"/>
              </a:lnSpc>
              <a:spcAft>
                <a:spcPts val="600"/>
              </a:spcAft>
            </a:pPr>
            <a:endParaRPr lang="en-US" dirty="0"/>
          </a:p>
          <a:p>
            <a:pPr marL="457200" indent="-457200">
              <a:lnSpc>
                <a:spcPct val="100000"/>
              </a:lnSpc>
              <a:spcAft>
                <a:spcPts val="600"/>
              </a:spcAft>
              <a:buFont typeface="Wingdings" panose="05000000000000000000" pitchFamily="2" charset="2"/>
              <a:buChar char="v"/>
            </a:pPr>
            <a:endParaRPr lang="en-GB" sz="2800" dirty="0"/>
          </a:p>
        </p:txBody>
      </p:sp>
      <p:sp>
        <p:nvSpPr>
          <p:cNvPr id="7" name="Footer Placeholder 1">
            <a:extLst>
              <a:ext uri="{FF2B5EF4-FFF2-40B4-BE49-F238E27FC236}">
                <a16:creationId xmlns:a16="http://schemas.microsoft.com/office/drawing/2014/main" id="{3FBF7A8A-4AE9-E795-D49F-7F4BA81A07C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pic>
        <p:nvPicPr>
          <p:cNvPr id="2" name="Online Media 1" descr="Introduction to Customer Lifetime Value | Marketing Analytics for Beginners | Part-30">
            <a:hlinkClick r:id="" action="ppaction://media"/>
            <a:extLst>
              <a:ext uri="{FF2B5EF4-FFF2-40B4-BE49-F238E27FC236}">
                <a16:creationId xmlns:a16="http://schemas.microsoft.com/office/drawing/2014/main" id="{3C2BEBDF-84C0-F154-6D6A-872E1908E5BA}"/>
              </a:ext>
            </a:extLst>
          </p:cNvPr>
          <p:cNvPicPr>
            <a:picLocks noRot="1" noChangeAspect="1"/>
          </p:cNvPicPr>
          <p:nvPr>
            <a:videoFile r:link="rId1"/>
          </p:nvPr>
        </p:nvPicPr>
        <p:blipFill>
          <a:blip r:embed="rId4"/>
          <a:stretch>
            <a:fillRect/>
          </a:stretch>
        </p:blipFill>
        <p:spPr>
          <a:xfrm>
            <a:off x="2314399" y="2052616"/>
            <a:ext cx="7991488" cy="4515191"/>
          </a:xfrm>
          <a:prstGeom prst="rect">
            <a:avLst/>
          </a:prstGeom>
        </p:spPr>
      </p:pic>
    </p:spTree>
    <p:extLst>
      <p:ext uri="{BB962C8B-B14F-4D97-AF65-F5344CB8AC3E}">
        <p14:creationId xmlns:p14="http://schemas.microsoft.com/office/powerpoint/2010/main" val="3476998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155765" y="96034"/>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11</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10427035" cy="4351338"/>
          </a:xfrm>
        </p:spPr>
        <p:txBody>
          <a:bodyPr>
            <a:normAutofit/>
          </a:bodyPr>
          <a:lstStyle/>
          <a:p>
            <a:pPr marL="457200" indent="-457200">
              <a:lnSpc>
                <a:spcPct val="100000"/>
              </a:lnSpc>
              <a:spcAft>
                <a:spcPts val="600"/>
              </a:spcAft>
              <a:buFont typeface="Wingdings" panose="05000000000000000000" pitchFamily="2" charset="2"/>
              <a:buChar char="v"/>
            </a:pPr>
            <a:r>
              <a:rPr lang="en-US" dirty="0"/>
              <a:t>Customer Lifetime Value (CLV)</a:t>
            </a:r>
          </a:p>
          <a:p>
            <a:pPr marL="465750" lvl="2" indent="-285750">
              <a:spcAft>
                <a:spcPts val="600"/>
              </a:spcAft>
            </a:pPr>
            <a:r>
              <a:rPr lang="en-US" altLang="zh-CN" dirty="0"/>
              <a:t>Extends the logic of RFM</a:t>
            </a:r>
          </a:p>
          <a:p>
            <a:pPr marL="465750" lvl="2" indent="-285750">
              <a:spcAft>
                <a:spcPts val="600"/>
              </a:spcAft>
            </a:pPr>
            <a:r>
              <a:rPr lang="en-US" altLang="zh-CN" dirty="0"/>
              <a:t>Measure show valuable a customer is to the company, not just on a purchase-by-purchase basis but across the whole relationship</a:t>
            </a:r>
          </a:p>
          <a:p>
            <a:pPr marL="465750" lvl="2" indent="-285750">
              <a:spcAft>
                <a:spcPts val="600"/>
              </a:spcAft>
            </a:pPr>
            <a:r>
              <a:rPr lang="en-US" dirty="0"/>
              <a:t>The actual formula vary from company to company and from market to market</a:t>
            </a:r>
            <a:r>
              <a:rPr lang="zh-CN" altLang="en-US" dirty="0"/>
              <a:t> </a:t>
            </a:r>
            <a:r>
              <a:rPr lang="en-US" altLang="zh-CN" dirty="0"/>
              <a:t>(</a:t>
            </a:r>
            <a:r>
              <a:rPr lang="en-AU" b="1" dirty="0">
                <a:hlinkClick r:id="rId3"/>
              </a:rPr>
              <a:t>Customer lifetime value formula: Easy ways to calculate it</a:t>
            </a:r>
            <a:r>
              <a:rPr lang="en-US" altLang="zh-CN" dirty="0"/>
              <a:t>)</a:t>
            </a:r>
            <a:endParaRPr lang="en-US" dirty="0"/>
          </a:p>
          <a:p>
            <a:pPr lvl="1">
              <a:lnSpc>
                <a:spcPct val="100000"/>
              </a:lnSpc>
              <a:spcAft>
                <a:spcPts val="600"/>
              </a:spcAft>
            </a:pPr>
            <a:endParaRPr lang="en-US" dirty="0"/>
          </a:p>
          <a:p>
            <a:pPr marL="457200" indent="-457200">
              <a:lnSpc>
                <a:spcPct val="100000"/>
              </a:lnSpc>
              <a:spcAft>
                <a:spcPts val="600"/>
              </a:spcAft>
              <a:buFont typeface="Wingdings" panose="05000000000000000000" pitchFamily="2" charset="2"/>
              <a:buChar char="v"/>
            </a:pPr>
            <a:endParaRPr lang="en-GB" sz="2800" dirty="0"/>
          </a:p>
        </p:txBody>
      </p:sp>
      <p:pic>
        <p:nvPicPr>
          <p:cNvPr id="8" name="Picture 7">
            <a:extLst>
              <a:ext uri="{FF2B5EF4-FFF2-40B4-BE49-F238E27FC236}">
                <a16:creationId xmlns:a16="http://schemas.microsoft.com/office/drawing/2014/main" id="{D4B8DE4C-B111-4E97-B786-1177FD508FFD}"/>
              </a:ext>
            </a:extLst>
          </p:cNvPr>
          <p:cNvPicPr>
            <a:picLocks noChangeAspect="1"/>
          </p:cNvPicPr>
          <p:nvPr/>
        </p:nvPicPr>
        <p:blipFill>
          <a:blip r:embed="rId4"/>
          <a:stretch>
            <a:fillRect/>
          </a:stretch>
        </p:blipFill>
        <p:spPr>
          <a:xfrm>
            <a:off x="3692132" y="4257084"/>
            <a:ext cx="5651563" cy="2695619"/>
          </a:xfrm>
          <a:prstGeom prst="rect">
            <a:avLst/>
          </a:prstGeom>
        </p:spPr>
      </p:pic>
      <p:sp>
        <p:nvSpPr>
          <p:cNvPr id="7" name="Footer Placeholder 1">
            <a:extLst>
              <a:ext uri="{FF2B5EF4-FFF2-40B4-BE49-F238E27FC236}">
                <a16:creationId xmlns:a16="http://schemas.microsoft.com/office/drawing/2014/main" id="{3FBF7A8A-4AE9-E795-D49F-7F4BA81A07C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9731685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8360F57-744B-412C-B75C-0AB949805A7F}"/>
              </a:ext>
            </a:extLst>
          </p:cNvPr>
          <p:cNvPicPr>
            <a:picLocks noChangeAspect="1"/>
          </p:cNvPicPr>
          <p:nvPr/>
        </p:nvPicPr>
        <p:blipFill>
          <a:blip r:embed="rId3"/>
          <a:stretch>
            <a:fillRect/>
          </a:stretch>
        </p:blipFill>
        <p:spPr>
          <a:xfrm>
            <a:off x="1112661" y="3829445"/>
            <a:ext cx="3962400" cy="2709467"/>
          </a:xfrm>
          <a:prstGeom prst="rect">
            <a:avLst/>
          </a:prstGeom>
        </p:spPr>
      </p:pic>
      <p:sp>
        <p:nvSpPr>
          <p:cNvPr id="4" name="标题 1">
            <a:extLst>
              <a:ext uri="{FF2B5EF4-FFF2-40B4-BE49-F238E27FC236}">
                <a16:creationId xmlns:a16="http://schemas.microsoft.com/office/drawing/2014/main" id="{ADB7FD54-F891-4C7B-963A-F16C1DEA169B}"/>
              </a:ext>
            </a:extLst>
          </p:cNvPr>
          <p:cNvSpPr txBox="1">
            <a:spLocks/>
          </p:cNvSpPr>
          <p:nvPr/>
        </p:nvSpPr>
        <p:spPr>
          <a:xfrm>
            <a:off x="0" y="26346"/>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12</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18457" y="1717369"/>
            <a:ext cx="4773462" cy="2135548"/>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Basket Analysis</a:t>
            </a:r>
          </a:p>
          <a:p>
            <a:pPr marL="465750" lvl="2" indent="-285750">
              <a:spcAft>
                <a:spcPts val="600"/>
              </a:spcAft>
            </a:pPr>
            <a:r>
              <a:rPr lang="en-US" altLang="zh-CN" dirty="0"/>
              <a:t>Which products are brought together?</a:t>
            </a:r>
          </a:p>
          <a:p>
            <a:pPr marL="465750" lvl="2" indent="-285750">
              <a:spcAft>
                <a:spcPts val="600"/>
              </a:spcAft>
            </a:pPr>
            <a:r>
              <a:rPr lang="en-US" altLang="zh-CN" dirty="0"/>
              <a:t>Associate products bought at the same time (by the same purchaser)</a:t>
            </a:r>
          </a:p>
        </p:txBody>
      </p:sp>
      <p:sp>
        <p:nvSpPr>
          <p:cNvPr id="9" name="TextBox 8">
            <a:extLst>
              <a:ext uri="{FF2B5EF4-FFF2-40B4-BE49-F238E27FC236}">
                <a16:creationId xmlns:a16="http://schemas.microsoft.com/office/drawing/2014/main" id="{9D6F78D1-1EB4-47A3-A479-A7AB18C54FFE}"/>
              </a:ext>
            </a:extLst>
          </p:cNvPr>
          <p:cNvSpPr txBox="1"/>
          <p:nvPr/>
        </p:nvSpPr>
        <p:spPr>
          <a:xfrm>
            <a:off x="6604000" y="5979800"/>
            <a:ext cx="2743200" cy="415498"/>
          </a:xfrm>
          <a:prstGeom prst="rect">
            <a:avLst/>
          </a:prstGeom>
          <a:noFill/>
        </p:spPr>
        <p:txBody>
          <a:bodyPr wrap="square" rtlCol="0">
            <a:spAutoFit/>
          </a:bodyPr>
          <a:lstStyle/>
          <a:p>
            <a:r>
              <a:rPr lang="en-US" sz="1050" dirty="0">
                <a:solidFill>
                  <a:schemeClr val="tx1">
                    <a:lumMod val="50000"/>
                    <a:lumOff val="50000"/>
                  </a:schemeClr>
                </a:solidFill>
              </a:rPr>
              <a:t>Source: Andrew Smith (2009) Consumer </a:t>
            </a:r>
            <a:r>
              <a:rPr lang="en-US" sz="1050" dirty="0" err="1">
                <a:solidFill>
                  <a:schemeClr val="tx1">
                    <a:lumMod val="50000"/>
                    <a:lumOff val="50000"/>
                  </a:schemeClr>
                </a:solidFill>
              </a:rPr>
              <a:t>Behaviour</a:t>
            </a:r>
            <a:r>
              <a:rPr lang="en-US" sz="1050" dirty="0">
                <a:solidFill>
                  <a:schemeClr val="tx1">
                    <a:lumMod val="50000"/>
                    <a:lumOff val="50000"/>
                  </a:schemeClr>
                </a:solidFill>
              </a:rPr>
              <a:t> and Analytics, Routledge.</a:t>
            </a:r>
            <a:endParaRPr lang="en-GB" sz="1050" dirty="0">
              <a:solidFill>
                <a:schemeClr val="tx1">
                  <a:lumMod val="50000"/>
                  <a:lumOff val="50000"/>
                </a:schemeClr>
              </a:solidFill>
            </a:endParaRPr>
          </a:p>
        </p:txBody>
      </p:sp>
      <p:sp>
        <p:nvSpPr>
          <p:cNvPr id="7" name="Footer Placeholder 1">
            <a:extLst>
              <a:ext uri="{FF2B5EF4-FFF2-40B4-BE49-F238E27FC236}">
                <a16:creationId xmlns:a16="http://schemas.microsoft.com/office/drawing/2014/main" id="{7AF23084-63E4-B00E-2FB1-8629FB1FD1C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pic>
        <p:nvPicPr>
          <p:cNvPr id="1026" name="Picture 2" descr="example">
            <a:extLst>
              <a:ext uri="{FF2B5EF4-FFF2-40B4-BE49-F238E27FC236}">
                <a16:creationId xmlns:a16="http://schemas.microsoft.com/office/drawing/2014/main" id="{67F8C696-4C30-1AFE-FDF4-BAB667315D0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91919" y="1793571"/>
            <a:ext cx="6778680" cy="4118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9306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0" y="26346"/>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Individual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13</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18457" y="1717368"/>
            <a:ext cx="4114800" cy="4638981"/>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Basket Analysis</a:t>
            </a:r>
          </a:p>
          <a:p>
            <a:pPr marL="465750" lvl="2" indent="-285750">
              <a:spcAft>
                <a:spcPts val="600"/>
              </a:spcAft>
            </a:pPr>
            <a:r>
              <a:rPr lang="en-US" altLang="zh-CN" dirty="0"/>
              <a:t>Itemset:</a:t>
            </a:r>
            <a:r>
              <a:rPr lang="zh-CN" altLang="en-US" dirty="0"/>
              <a:t> </a:t>
            </a:r>
            <a:r>
              <a:rPr lang="en-US" altLang="zh-CN" dirty="0"/>
              <a:t>Collection</a:t>
            </a:r>
            <a:r>
              <a:rPr lang="zh-CN" altLang="en-US" dirty="0"/>
              <a:t> </a:t>
            </a:r>
            <a:r>
              <a:rPr lang="en-US" altLang="zh-CN" dirty="0"/>
              <a:t>of</a:t>
            </a:r>
            <a:r>
              <a:rPr lang="zh-CN" altLang="en-US" dirty="0"/>
              <a:t> </a:t>
            </a:r>
            <a:r>
              <a:rPr lang="en-US" altLang="zh-CN" dirty="0"/>
              <a:t>one</a:t>
            </a:r>
            <a:r>
              <a:rPr lang="zh-CN" altLang="en-US" dirty="0"/>
              <a:t> </a:t>
            </a:r>
            <a:r>
              <a:rPr lang="en-US" altLang="zh-CN" dirty="0"/>
              <a:t>or</a:t>
            </a:r>
            <a:r>
              <a:rPr lang="zh-CN" altLang="en-US" dirty="0"/>
              <a:t> </a:t>
            </a:r>
            <a:r>
              <a:rPr lang="en-US" altLang="zh-CN" dirty="0"/>
              <a:t>more</a:t>
            </a:r>
            <a:r>
              <a:rPr lang="zh-CN" altLang="en-US" dirty="0"/>
              <a:t> </a:t>
            </a:r>
            <a:r>
              <a:rPr lang="en-US" altLang="zh-CN" dirty="0"/>
              <a:t>items.</a:t>
            </a:r>
          </a:p>
          <a:p>
            <a:pPr marL="465750" lvl="2" indent="-285750">
              <a:spcAft>
                <a:spcPts val="600"/>
              </a:spcAft>
            </a:pPr>
            <a:r>
              <a:rPr lang="en-US" altLang="zh-CN" dirty="0"/>
              <a:t>Support</a:t>
            </a:r>
            <a:r>
              <a:rPr lang="zh-CN" altLang="en-US" dirty="0"/>
              <a:t> </a:t>
            </a:r>
            <a:r>
              <a:rPr lang="en-US" altLang="zh-CN" dirty="0"/>
              <a:t>Count:</a:t>
            </a:r>
            <a:r>
              <a:rPr lang="zh-CN" altLang="en-US" dirty="0"/>
              <a:t> </a:t>
            </a:r>
            <a:r>
              <a:rPr lang="en-US" altLang="zh-CN" dirty="0"/>
              <a:t>Frequency</a:t>
            </a:r>
            <a:r>
              <a:rPr lang="zh-CN" altLang="en-US" dirty="0"/>
              <a:t> </a:t>
            </a:r>
            <a:r>
              <a:rPr lang="en-US" altLang="zh-CN" dirty="0"/>
              <a:t>of</a:t>
            </a:r>
            <a:r>
              <a:rPr lang="zh-CN" altLang="en-US" dirty="0"/>
              <a:t> </a:t>
            </a:r>
            <a:r>
              <a:rPr lang="en-US" altLang="zh-CN" dirty="0"/>
              <a:t>occurrence</a:t>
            </a:r>
            <a:r>
              <a:rPr lang="zh-CN" altLang="en-US" dirty="0"/>
              <a:t> </a:t>
            </a:r>
            <a:r>
              <a:rPr lang="en-US" altLang="zh-CN" dirty="0"/>
              <a:t>of</a:t>
            </a:r>
            <a:r>
              <a:rPr lang="zh-CN" altLang="en-US" dirty="0"/>
              <a:t> </a:t>
            </a:r>
            <a:r>
              <a:rPr lang="en-US" altLang="zh-CN" dirty="0"/>
              <a:t>an</a:t>
            </a:r>
            <a:r>
              <a:rPr lang="zh-CN" altLang="en-US" dirty="0"/>
              <a:t> </a:t>
            </a:r>
            <a:r>
              <a:rPr lang="en-US" altLang="zh-CN" dirty="0"/>
              <a:t>item-set</a:t>
            </a:r>
          </a:p>
          <a:p>
            <a:pPr marL="465750" lvl="2" indent="-285750">
              <a:spcAft>
                <a:spcPts val="600"/>
              </a:spcAft>
            </a:pPr>
            <a:r>
              <a:rPr lang="en-US" altLang="zh-CN" dirty="0"/>
              <a:t>Support(s):</a:t>
            </a:r>
            <a:r>
              <a:rPr lang="zh-CN" altLang="en-US" dirty="0"/>
              <a:t> </a:t>
            </a:r>
            <a:r>
              <a:rPr lang="en-US" altLang="zh-CN" dirty="0"/>
              <a:t>Fraction</a:t>
            </a:r>
            <a:r>
              <a:rPr lang="zh-CN" altLang="en-US" dirty="0"/>
              <a:t> </a:t>
            </a:r>
            <a:r>
              <a:rPr lang="en-US" altLang="zh-CN" dirty="0"/>
              <a:t>of</a:t>
            </a:r>
            <a:r>
              <a:rPr lang="zh-CN" altLang="en-US" dirty="0"/>
              <a:t> </a:t>
            </a:r>
            <a:r>
              <a:rPr lang="en-US" altLang="zh-CN" dirty="0"/>
              <a:t>transactions</a:t>
            </a:r>
            <a:r>
              <a:rPr lang="zh-CN" altLang="en-US" dirty="0"/>
              <a:t> </a:t>
            </a:r>
            <a:r>
              <a:rPr lang="en-US" altLang="zh-CN" dirty="0"/>
              <a:t>that</a:t>
            </a:r>
            <a:r>
              <a:rPr lang="zh-CN" altLang="en-US" dirty="0"/>
              <a:t> </a:t>
            </a:r>
            <a:r>
              <a:rPr lang="en-US" altLang="zh-CN" dirty="0"/>
              <a:t>contain</a:t>
            </a:r>
            <a:r>
              <a:rPr lang="zh-CN" altLang="en-US" dirty="0"/>
              <a:t> </a:t>
            </a:r>
            <a:r>
              <a:rPr lang="en-US" altLang="zh-CN" dirty="0"/>
              <a:t>the</a:t>
            </a:r>
            <a:r>
              <a:rPr lang="zh-CN" altLang="en-US" dirty="0"/>
              <a:t> </a:t>
            </a:r>
            <a:r>
              <a:rPr lang="en-US" altLang="zh-CN" dirty="0"/>
              <a:t>itemset</a:t>
            </a:r>
            <a:r>
              <a:rPr lang="zh-CN" altLang="en-US" dirty="0"/>
              <a:t> </a:t>
            </a:r>
            <a:r>
              <a:rPr lang="en-US" altLang="zh-CN" dirty="0"/>
              <a:t>X</a:t>
            </a:r>
          </a:p>
          <a:p>
            <a:pPr marL="465750" lvl="2" indent="-285750">
              <a:spcAft>
                <a:spcPts val="600"/>
              </a:spcAft>
            </a:pPr>
            <a:r>
              <a:rPr lang="en-US" altLang="zh-CN" dirty="0"/>
              <a:t>Bread</a:t>
            </a:r>
            <a:r>
              <a:rPr lang="zh-CN" altLang="en-US" dirty="0"/>
              <a:t> </a:t>
            </a:r>
            <a:r>
              <a:rPr lang="en-US" altLang="zh-CN" dirty="0"/>
              <a:t>&amp;</a:t>
            </a:r>
            <a:r>
              <a:rPr lang="zh-CN" altLang="en-US" dirty="0"/>
              <a:t> </a:t>
            </a:r>
            <a:r>
              <a:rPr lang="en-US" altLang="zh-CN" dirty="0"/>
              <a:t>Milk</a:t>
            </a:r>
            <a:r>
              <a:rPr lang="zh-CN" altLang="en-US" dirty="0"/>
              <a:t> </a:t>
            </a:r>
            <a:r>
              <a:rPr lang="en-US" altLang="zh-CN" dirty="0"/>
              <a:t>vs.</a:t>
            </a:r>
            <a:r>
              <a:rPr lang="zh-CN" altLang="en-US" dirty="0"/>
              <a:t> </a:t>
            </a:r>
            <a:r>
              <a:rPr lang="en-US" altLang="zh-CN" dirty="0"/>
              <a:t>Diapers</a:t>
            </a:r>
            <a:r>
              <a:rPr lang="zh-CN" altLang="en-US" dirty="0"/>
              <a:t> </a:t>
            </a:r>
            <a:r>
              <a:rPr lang="en-US" altLang="zh-CN" dirty="0"/>
              <a:t>&amp;</a:t>
            </a:r>
            <a:r>
              <a:rPr lang="zh-CN" altLang="en-US" dirty="0"/>
              <a:t> </a:t>
            </a:r>
            <a:r>
              <a:rPr lang="en-US" altLang="zh-CN" dirty="0"/>
              <a:t>Milk</a:t>
            </a:r>
          </a:p>
          <a:p>
            <a:pPr lvl="2" indent="0">
              <a:spcAft>
                <a:spcPts val="600"/>
              </a:spcAft>
              <a:buNone/>
            </a:pPr>
            <a:endParaRPr lang="en-US" altLang="zh-CN" dirty="0"/>
          </a:p>
        </p:txBody>
      </p:sp>
      <p:sp>
        <p:nvSpPr>
          <p:cNvPr id="9" name="TextBox 8">
            <a:extLst>
              <a:ext uri="{FF2B5EF4-FFF2-40B4-BE49-F238E27FC236}">
                <a16:creationId xmlns:a16="http://schemas.microsoft.com/office/drawing/2014/main" id="{9D6F78D1-1EB4-47A3-A479-A7AB18C54FFE}"/>
              </a:ext>
            </a:extLst>
          </p:cNvPr>
          <p:cNvSpPr txBox="1"/>
          <p:nvPr/>
        </p:nvSpPr>
        <p:spPr>
          <a:xfrm>
            <a:off x="6604000" y="5979800"/>
            <a:ext cx="2743200" cy="415498"/>
          </a:xfrm>
          <a:prstGeom prst="rect">
            <a:avLst/>
          </a:prstGeom>
          <a:noFill/>
        </p:spPr>
        <p:txBody>
          <a:bodyPr wrap="square" rtlCol="0">
            <a:spAutoFit/>
          </a:bodyPr>
          <a:lstStyle/>
          <a:p>
            <a:r>
              <a:rPr lang="en-US" sz="1050" dirty="0">
                <a:solidFill>
                  <a:schemeClr val="tx1">
                    <a:lumMod val="50000"/>
                    <a:lumOff val="50000"/>
                  </a:schemeClr>
                </a:solidFill>
              </a:rPr>
              <a:t>Source: Andrew Smith (2009) Consumer </a:t>
            </a:r>
            <a:r>
              <a:rPr lang="en-US" sz="1050" dirty="0" err="1">
                <a:solidFill>
                  <a:schemeClr val="tx1">
                    <a:lumMod val="50000"/>
                    <a:lumOff val="50000"/>
                  </a:schemeClr>
                </a:solidFill>
              </a:rPr>
              <a:t>Behaviour</a:t>
            </a:r>
            <a:r>
              <a:rPr lang="en-US" sz="1050" dirty="0">
                <a:solidFill>
                  <a:schemeClr val="tx1">
                    <a:lumMod val="50000"/>
                    <a:lumOff val="50000"/>
                  </a:schemeClr>
                </a:solidFill>
              </a:rPr>
              <a:t> and Analytics, Routledge.</a:t>
            </a:r>
            <a:endParaRPr lang="en-GB" sz="1050" dirty="0">
              <a:solidFill>
                <a:schemeClr val="tx1">
                  <a:lumMod val="50000"/>
                  <a:lumOff val="50000"/>
                </a:schemeClr>
              </a:solidFill>
            </a:endParaRPr>
          </a:p>
        </p:txBody>
      </p:sp>
      <p:sp>
        <p:nvSpPr>
          <p:cNvPr id="7" name="Footer Placeholder 1">
            <a:extLst>
              <a:ext uri="{FF2B5EF4-FFF2-40B4-BE49-F238E27FC236}">
                <a16:creationId xmlns:a16="http://schemas.microsoft.com/office/drawing/2014/main" id="{7AF23084-63E4-B00E-2FB1-8629FB1FD1C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pic>
        <p:nvPicPr>
          <p:cNvPr id="2" name="Picture 1">
            <a:extLst>
              <a:ext uri="{FF2B5EF4-FFF2-40B4-BE49-F238E27FC236}">
                <a16:creationId xmlns:a16="http://schemas.microsoft.com/office/drawing/2014/main" id="{82EDF25B-427D-3106-3D0D-66B72668693F}"/>
              </a:ext>
            </a:extLst>
          </p:cNvPr>
          <p:cNvPicPr>
            <a:picLocks noChangeAspect="1"/>
          </p:cNvPicPr>
          <p:nvPr/>
        </p:nvPicPr>
        <p:blipFill>
          <a:blip r:embed="rId3"/>
          <a:stretch>
            <a:fillRect/>
          </a:stretch>
        </p:blipFill>
        <p:spPr>
          <a:xfrm>
            <a:off x="4740165" y="1351909"/>
            <a:ext cx="6109062" cy="5121215"/>
          </a:xfrm>
          <a:prstGeom prst="rect">
            <a:avLst/>
          </a:prstGeom>
        </p:spPr>
      </p:pic>
    </p:spTree>
    <p:extLst>
      <p:ext uri="{BB962C8B-B14F-4D97-AF65-F5344CB8AC3E}">
        <p14:creationId xmlns:p14="http://schemas.microsoft.com/office/powerpoint/2010/main" val="9352283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136525"/>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Analysis of Transactions on Aggregate Level</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14</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10427035" cy="4351338"/>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Frequency &amp; Proportion</a:t>
            </a:r>
          </a:p>
          <a:p>
            <a:pPr marL="457200" indent="-457200">
              <a:lnSpc>
                <a:spcPct val="100000"/>
              </a:lnSpc>
              <a:spcAft>
                <a:spcPts val="600"/>
              </a:spcAft>
              <a:buFont typeface="Wingdings" panose="05000000000000000000" pitchFamily="2" charset="2"/>
              <a:buChar char="v"/>
            </a:pPr>
            <a:r>
              <a:rPr lang="en-US" sz="3200" dirty="0"/>
              <a:t>Central Tendency</a:t>
            </a:r>
          </a:p>
          <a:p>
            <a:pPr marL="457200" indent="-457200">
              <a:lnSpc>
                <a:spcPct val="100000"/>
              </a:lnSpc>
              <a:spcAft>
                <a:spcPts val="600"/>
              </a:spcAft>
              <a:buFont typeface="Wingdings" panose="05000000000000000000" pitchFamily="2" charset="2"/>
              <a:buChar char="v"/>
            </a:pPr>
            <a:r>
              <a:rPr lang="en-US" sz="3200" dirty="0"/>
              <a:t>Dispersion</a:t>
            </a:r>
          </a:p>
          <a:p>
            <a:pPr marL="457200" indent="-457200">
              <a:lnSpc>
                <a:spcPct val="100000"/>
              </a:lnSpc>
              <a:spcAft>
                <a:spcPts val="600"/>
              </a:spcAft>
              <a:buFont typeface="Wingdings" panose="05000000000000000000" pitchFamily="2" charset="2"/>
              <a:buChar char="v"/>
            </a:pPr>
            <a:r>
              <a:rPr lang="en-US" sz="3200" dirty="0"/>
              <a:t>Segmentation</a:t>
            </a:r>
          </a:p>
          <a:p>
            <a:pPr marL="457200" indent="-457200">
              <a:lnSpc>
                <a:spcPct val="100000"/>
              </a:lnSpc>
              <a:spcAft>
                <a:spcPts val="600"/>
              </a:spcAft>
              <a:buFont typeface="Wingdings" panose="05000000000000000000" pitchFamily="2" charset="2"/>
              <a:buChar char="v"/>
            </a:pPr>
            <a:endParaRPr lang="en-GB" sz="2800" dirty="0"/>
          </a:p>
          <a:p>
            <a:pPr marL="457200" indent="-457200">
              <a:lnSpc>
                <a:spcPct val="100000"/>
              </a:lnSpc>
              <a:spcAft>
                <a:spcPts val="600"/>
              </a:spcAft>
              <a:buFont typeface="Wingdings" panose="05000000000000000000" pitchFamily="2" charset="2"/>
              <a:buChar char="v"/>
            </a:pPr>
            <a:endParaRPr lang="en-GB" sz="2800" dirty="0"/>
          </a:p>
          <a:p>
            <a:pPr marL="457200" indent="-457200">
              <a:lnSpc>
                <a:spcPct val="100000"/>
              </a:lnSpc>
              <a:spcAft>
                <a:spcPts val="600"/>
              </a:spcAft>
              <a:buFont typeface="Wingdings" panose="05000000000000000000" pitchFamily="2" charset="2"/>
              <a:buChar char="v"/>
            </a:pPr>
            <a:endParaRPr lang="en-GB" dirty="0"/>
          </a:p>
        </p:txBody>
      </p:sp>
      <p:sp>
        <p:nvSpPr>
          <p:cNvPr id="7" name="Footer Placeholder 1">
            <a:extLst>
              <a:ext uri="{FF2B5EF4-FFF2-40B4-BE49-F238E27FC236}">
                <a16:creationId xmlns:a16="http://schemas.microsoft.com/office/drawing/2014/main" id="{1906B590-179B-07B0-E63D-00D5E272971E}"/>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170206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242456" y="136525"/>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Describing Frequency &amp; Proportion</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15</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Count</a:t>
            </a:r>
          </a:p>
          <a:p>
            <a:pPr marL="457200" indent="-457200">
              <a:lnSpc>
                <a:spcPct val="100000"/>
              </a:lnSpc>
              <a:spcAft>
                <a:spcPts val="600"/>
              </a:spcAft>
              <a:buFont typeface="Wingdings" panose="05000000000000000000" pitchFamily="2" charset="2"/>
              <a:buChar char="v"/>
            </a:pPr>
            <a:r>
              <a:rPr lang="en-US" sz="3200" dirty="0"/>
              <a:t>Percentage</a:t>
            </a:r>
          </a:p>
        </p:txBody>
      </p:sp>
      <p:sp>
        <p:nvSpPr>
          <p:cNvPr id="7" name="Footer Placeholder 1">
            <a:extLst>
              <a:ext uri="{FF2B5EF4-FFF2-40B4-BE49-F238E27FC236}">
                <a16:creationId xmlns:a16="http://schemas.microsoft.com/office/drawing/2014/main" id="{C0CF5E5F-CE15-728F-3D02-E67B9A25262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9406125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530456" y="398700"/>
            <a:ext cx="6444327" cy="9142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Measure of Central Tendency</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16</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fontScale="92500" lnSpcReduction="10000"/>
          </a:bodyPr>
          <a:lstStyle/>
          <a:p>
            <a:pPr marL="0" indent="0">
              <a:lnSpc>
                <a:spcPct val="100000"/>
              </a:lnSpc>
              <a:spcAft>
                <a:spcPts val="600"/>
              </a:spcAft>
              <a:buNone/>
            </a:pPr>
            <a:r>
              <a:rPr lang="en-US" altLang="zh-CN" sz="3200" b="1" dirty="0">
                <a:solidFill>
                  <a:schemeClr val="tx1"/>
                </a:solidFill>
              </a:rPr>
              <a:t>Mode</a:t>
            </a:r>
          </a:p>
          <a:p>
            <a:pPr marL="457200" indent="-457200">
              <a:lnSpc>
                <a:spcPct val="100000"/>
              </a:lnSpc>
              <a:spcAft>
                <a:spcPts val="600"/>
              </a:spcAft>
              <a:buFont typeface="Wingdings" panose="05000000000000000000" pitchFamily="2" charset="2"/>
              <a:buChar char="v"/>
            </a:pPr>
            <a:r>
              <a:rPr lang="en-US" sz="2400" dirty="0">
                <a:solidFill>
                  <a:schemeClr val="tx1"/>
                </a:solidFill>
              </a:rPr>
              <a:t>The most frequently occurring value.</a:t>
            </a:r>
          </a:p>
          <a:p>
            <a:pPr marL="457200" indent="-457200">
              <a:lnSpc>
                <a:spcPct val="100000"/>
              </a:lnSpc>
              <a:spcAft>
                <a:spcPts val="600"/>
              </a:spcAft>
              <a:buFont typeface="Wingdings" panose="05000000000000000000" pitchFamily="2" charset="2"/>
              <a:buChar char="v"/>
            </a:pPr>
            <a:r>
              <a:rPr lang="en-US" sz="2400" dirty="0">
                <a:solidFill>
                  <a:schemeClr val="tx1"/>
                </a:solidFill>
              </a:rPr>
              <a:t>If more than one score occurs most frequently then all values should be reported.</a:t>
            </a:r>
          </a:p>
          <a:p>
            <a:pPr marL="0" indent="0">
              <a:lnSpc>
                <a:spcPct val="100000"/>
              </a:lnSpc>
              <a:spcAft>
                <a:spcPts val="600"/>
              </a:spcAft>
              <a:buNone/>
            </a:pPr>
            <a:r>
              <a:rPr lang="en-US" sz="3200" b="1" dirty="0">
                <a:solidFill>
                  <a:schemeClr val="tx1"/>
                </a:solidFill>
              </a:rPr>
              <a:t>Median</a:t>
            </a:r>
          </a:p>
          <a:p>
            <a:pPr marL="457200" indent="-457200">
              <a:lnSpc>
                <a:spcPct val="100000"/>
              </a:lnSpc>
              <a:spcAft>
                <a:spcPts val="600"/>
              </a:spcAft>
              <a:buFont typeface="Wingdings" panose="05000000000000000000" pitchFamily="2" charset="2"/>
              <a:buChar char="v"/>
            </a:pPr>
            <a:r>
              <a:rPr lang="en-US" sz="2400" dirty="0">
                <a:solidFill>
                  <a:schemeClr val="tx1"/>
                </a:solidFill>
              </a:rPr>
              <a:t>Central value </a:t>
            </a:r>
            <a:r>
              <a:rPr lang="en-GB" altLang="en-US" sz="2400" dirty="0">
                <a:solidFill>
                  <a:schemeClr val="tx1"/>
                </a:solidFill>
                <a:ea typeface="ＭＳ Ｐゴシック" panose="020B0600070205080204" pitchFamily="34" charset="-128"/>
              </a:rPr>
              <a:t>of a set of scores (i.e. has as many scores above it as below it).</a:t>
            </a:r>
          </a:p>
          <a:p>
            <a:pPr marL="457200" indent="-457200">
              <a:lnSpc>
                <a:spcPct val="100000"/>
              </a:lnSpc>
              <a:spcAft>
                <a:spcPts val="600"/>
              </a:spcAft>
              <a:buFont typeface="Wingdings" panose="05000000000000000000" pitchFamily="2" charset="2"/>
              <a:buChar char="v"/>
            </a:pPr>
            <a:r>
              <a:rPr lang="en-GB" altLang="en-US" sz="2400" dirty="0">
                <a:solidFill>
                  <a:schemeClr val="tx1"/>
                </a:solidFill>
                <a:ea typeface="ＭＳ Ｐゴシック" panose="020B0600070205080204" pitchFamily="34" charset="-128"/>
              </a:rPr>
              <a:t>NB</a:t>
            </a:r>
            <a:r>
              <a:rPr lang="zh-CN" altLang="en-US" sz="2400" dirty="0">
                <a:solidFill>
                  <a:schemeClr val="tx1"/>
                </a:solidFill>
                <a:ea typeface="ＭＳ Ｐゴシック" panose="020B0600070205080204" pitchFamily="34" charset="-128"/>
              </a:rPr>
              <a:t>：</a:t>
            </a:r>
            <a:r>
              <a:rPr lang="en-GB" altLang="en-US" sz="2400" dirty="0">
                <a:solidFill>
                  <a:schemeClr val="tx1"/>
                </a:solidFill>
                <a:ea typeface="ＭＳ Ｐゴシック" panose="020B0600070205080204" pitchFamily="34" charset="-128"/>
              </a:rPr>
              <a:t> if there are an even number of scores then the median is half way between the two middle points.</a:t>
            </a:r>
          </a:p>
          <a:p>
            <a:pPr>
              <a:lnSpc>
                <a:spcPct val="110000"/>
              </a:lnSpc>
              <a:spcAft>
                <a:spcPts val="600"/>
              </a:spcAft>
            </a:pPr>
            <a:r>
              <a:rPr lang="en-US" altLang="zh-CN" sz="3200" b="1" dirty="0">
                <a:solidFill>
                  <a:schemeClr val="tx1"/>
                </a:solidFill>
              </a:rPr>
              <a:t>Mean</a:t>
            </a:r>
          </a:p>
          <a:p>
            <a:pPr marL="457200" indent="-457200">
              <a:lnSpc>
                <a:spcPct val="100000"/>
              </a:lnSpc>
              <a:spcAft>
                <a:spcPts val="600"/>
              </a:spcAft>
              <a:buFont typeface="Wingdings" panose="05000000000000000000" pitchFamily="2" charset="2"/>
              <a:buChar char="v"/>
            </a:pPr>
            <a:r>
              <a:rPr lang="en-US" sz="2400" dirty="0">
                <a:solidFill>
                  <a:schemeClr val="tx1"/>
                </a:solidFill>
                <a:ea typeface="ＭＳ Ｐゴシック" panose="020B0600070205080204" pitchFamily="34" charset="-128"/>
              </a:rPr>
              <a:t>Sum of all the scores divided by the number of scores</a:t>
            </a:r>
          </a:p>
          <a:p>
            <a:pPr>
              <a:lnSpc>
                <a:spcPct val="110000"/>
              </a:lnSpc>
              <a:spcAft>
                <a:spcPts val="600"/>
              </a:spcAft>
            </a:pPr>
            <a:endParaRPr lang="en-GB" altLang="en-US" sz="3200" b="1" dirty="0">
              <a:solidFill>
                <a:schemeClr val="tx1"/>
              </a:solidFill>
            </a:endParaRPr>
          </a:p>
        </p:txBody>
      </p:sp>
      <p:sp>
        <p:nvSpPr>
          <p:cNvPr id="7" name="Footer Placeholder 1">
            <a:extLst>
              <a:ext uri="{FF2B5EF4-FFF2-40B4-BE49-F238E27FC236}">
                <a16:creationId xmlns:a16="http://schemas.microsoft.com/office/drawing/2014/main" id="{32819C0C-4B42-CF1C-6A9A-0556A0B631A1}"/>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graphicFrame>
        <p:nvGraphicFramePr>
          <p:cNvPr id="2" name="Object 7">
            <a:extLst>
              <a:ext uri="{FF2B5EF4-FFF2-40B4-BE49-F238E27FC236}">
                <a16:creationId xmlns:a16="http://schemas.microsoft.com/office/drawing/2014/main" id="{1E174555-0D38-FB55-8C2B-89C92C380838}"/>
              </a:ext>
            </a:extLst>
          </p:cNvPr>
          <p:cNvGraphicFramePr>
            <a:graphicFrameLocks noChangeAspect="1"/>
          </p:cNvGraphicFramePr>
          <p:nvPr>
            <p:extLst>
              <p:ext uri="{D42A27DB-BD31-4B8C-83A1-F6EECF244321}">
                <p14:modId xmlns:p14="http://schemas.microsoft.com/office/powerpoint/2010/main" val="2803569424"/>
              </p:ext>
            </p:extLst>
          </p:nvPr>
        </p:nvGraphicFramePr>
        <p:xfrm>
          <a:off x="7673874" y="5416550"/>
          <a:ext cx="998538" cy="1304925"/>
        </p:xfrm>
        <a:graphic>
          <a:graphicData uri="http://schemas.openxmlformats.org/presentationml/2006/ole">
            <mc:AlternateContent xmlns:mc="http://schemas.openxmlformats.org/markup-compatibility/2006">
              <mc:Choice xmlns:v="urn:schemas-microsoft-com:vml" Requires="v">
                <p:oleObj name="Equation" r:id="rId3" imgW="330120" imgH="431640" progId="Equation.3">
                  <p:embed/>
                </p:oleObj>
              </mc:Choice>
              <mc:Fallback>
                <p:oleObj name="Equation" r:id="rId3" imgW="330120" imgH="431640" progId="Equation.3">
                  <p:embed/>
                  <p:pic>
                    <p:nvPicPr>
                      <p:cNvPr id="7" name="Object 7">
                        <a:extLst>
                          <a:ext uri="{FF2B5EF4-FFF2-40B4-BE49-F238E27FC236}">
                            <a16:creationId xmlns:a16="http://schemas.microsoft.com/office/drawing/2014/main" id="{69E78564-067C-433B-9323-FB16D7EC1D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3874" y="5416550"/>
                        <a:ext cx="998538" cy="1304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3961515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530456" y="305030"/>
            <a:ext cx="5823004" cy="10901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Measure of Dispersion</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17</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a:bodyPr>
          <a:lstStyle/>
          <a:p>
            <a:pPr marL="0" indent="0">
              <a:lnSpc>
                <a:spcPct val="100000"/>
              </a:lnSpc>
              <a:spcAft>
                <a:spcPts val="600"/>
              </a:spcAft>
              <a:buNone/>
            </a:pPr>
            <a:r>
              <a:rPr lang="en-US" altLang="zh-CN" sz="3200" b="1" dirty="0"/>
              <a:t>Range</a:t>
            </a:r>
            <a:endParaRPr lang="en-US" altLang="zh-CN" sz="3600" b="1" dirty="0"/>
          </a:p>
          <a:p>
            <a:pPr marL="457200" indent="-457200">
              <a:lnSpc>
                <a:spcPct val="100000"/>
              </a:lnSpc>
              <a:spcAft>
                <a:spcPts val="600"/>
              </a:spcAft>
              <a:buFont typeface="Wingdings" panose="05000000000000000000" pitchFamily="2" charset="2"/>
              <a:buChar char="v"/>
            </a:pPr>
            <a:r>
              <a:rPr lang="en-US" sz="2800" dirty="0">
                <a:solidFill>
                  <a:schemeClr val="tx1"/>
                </a:solidFill>
              </a:rPr>
              <a:t>Range = Maximum value - Minimum value</a:t>
            </a:r>
          </a:p>
          <a:p>
            <a:pPr marL="457200" indent="-457200">
              <a:lnSpc>
                <a:spcPct val="100000"/>
              </a:lnSpc>
              <a:spcAft>
                <a:spcPts val="600"/>
              </a:spcAft>
              <a:buFont typeface="Wingdings" panose="05000000000000000000" pitchFamily="2" charset="2"/>
              <a:buChar char="v"/>
            </a:pPr>
            <a:r>
              <a:rPr lang="en-US" sz="2800" dirty="0">
                <a:solidFill>
                  <a:schemeClr val="tx1"/>
                </a:solidFill>
              </a:rPr>
              <a:t>This value is sensitive only to the two extreme values in a data set,  and provides no information about the variability of the scores in between - so, if one data point is unusually large or small (i.e. an outlier) then the picture of the data set as a whole could be distorted.</a:t>
            </a:r>
          </a:p>
          <a:p>
            <a:pPr marL="457200" indent="-457200">
              <a:lnSpc>
                <a:spcPct val="100000"/>
              </a:lnSpc>
              <a:spcAft>
                <a:spcPts val="600"/>
              </a:spcAft>
              <a:buFont typeface="Wingdings" panose="05000000000000000000" pitchFamily="2" charset="2"/>
              <a:buChar char="v"/>
            </a:pPr>
            <a:r>
              <a:rPr lang="en-US" sz="2800" dirty="0">
                <a:solidFill>
                  <a:schemeClr val="tx1"/>
                </a:solidFill>
              </a:rPr>
              <a:t>Outlier = a value which is unusually extreme</a:t>
            </a:r>
          </a:p>
        </p:txBody>
      </p:sp>
      <p:sp>
        <p:nvSpPr>
          <p:cNvPr id="7" name="Footer Placeholder 1">
            <a:extLst>
              <a:ext uri="{FF2B5EF4-FFF2-40B4-BE49-F238E27FC236}">
                <a16:creationId xmlns:a16="http://schemas.microsoft.com/office/drawing/2014/main" id="{14E72F6C-262D-81A1-761F-C0575723BD15}"/>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pic>
        <p:nvPicPr>
          <p:cNvPr id="2" name="Picture 1">
            <a:extLst>
              <a:ext uri="{FF2B5EF4-FFF2-40B4-BE49-F238E27FC236}">
                <a16:creationId xmlns:a16="http://schemas.microsoft.com/office/drawing/2014/main" id="{81917E27-A6EF-EBEA-D1CE-AD58AE92D468}"/>
              </a:ext>
            </a:extLst>
          </p:cNvPr>
          <p:cNvPicPr>
            <a:picLocks noChangeAspect="1"/>
          </p:cNvPicPr>
          <p:nvPr/>
        </p:nvPicPr>
        <p:blipFill>
          <a:blip r:embed="rId3"/>
          <a:stretch>
            <a:fillRect/>
          </a:stretch>
        </p:blipFill>
        <p:spPr>
          <a:xfrm>
            <a:off x="7309772" y="723549"/>
            <a:ext cx="4720553" cy="1765597"/>
          </a:xfrm>
          <a:prstGeom prst="rect">
            <a:avLst/>
          </a:prstGeom>
        </p:spPr>
      </p:pic>
      <p:sp>
        <p:nvSpPr>
          <p:cNvPr id="6" name="TextBox 5">
            <a:extLst>
              <a:ext uri="{FF2B5EF4-FFF2-40B4-BE49-F238E27FC236}">
                <a16:creationId xmlns:a16="http://schemas.microsoft.com/office/drawing/2014/main" id="{18995848-04FF-F1EA-56D4-EAAF84AB7C73}"/>
              </a:ext>
            </a:extLst>
          </p:cNvPr>
          <p:cNvSpPr txBox="1"/>
          <p:nvPr/>
        </p:nvSpPr>
        <p:spPr>
          <a:xfrm>
            <a:off x="9028386" y="293192"/>
            <a:ext cx="2322786" cy="369332"/>
          </a:xfrm>
          <a:prstGeom prst="rect">
            <a:avLst/>
          </a:prstGeom>
          <a:noFill/>
        </p:spPr>
        <p:txBody>
          <a:bodyPr wrap="square" rtlCol="0">
            <a:spAutoFit/>
          </a:bodyPr>
          <a:lstStyle/>
          <a:p>
            <a:r>
              <a:rPr lang="en-US" altLang="zh-CN" dirty="0"/>
              <a:t>$70</a:t>
            </a:r>
            <a:r>
              <a:rPr lang="zh-CN" altLang="en-US" dirty="0"/>
              <a:t> </a:t>
            </a:r>
            <a:r>
              <a:rPr lang="en-US" altLang="zh-CN" dirty="0"/>
              <a:t>-</a:t>
            </a:r>
            <a:r>
              <a:rPr lang="zh-CN" altLang="en-US" dirty="0"/>
              <a:t> </a:t>
            </a:r>
            <a:r>
              <a:rPr lang="en-US" altLang="zh-CN" dirty="0"/>
              <a:t>$100</a:t>
            </a:r>
            <a:endParaRPr lang="en-US" dirty="0"/>
          </a:p>
        </p:txBody>
      </p:sp>
    </p:spTree>
    <p:extLst>
      <p:ext uri="{BB962C8B-B14F-4D97-AF65-F5344CB8AC3E}">
        <p14:creationId xmlns:p14="http://schemas.microsoft.com/office/powerpoint/2010/main" val="2531164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530456" y="322797"/>
            <a:ext cx="6386159" cy="10258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Measure of Dispersion</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18</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fontScale="55000" lnSpcReduction="20000"/>
          </a:bodyPr>
          <a:lstStyle/>
          <a:p>
            <a:pPr marL="0" indent="0">
              <a:lnSpc>
                <a:spcPct val="100000"/>
              </a:lnSpc>
              <a:spcAft>
                <a:spcPts val="600"/>
              </a:spcAft>
              <a:buNone/>
            </a:pPr>
            <a:r>
              <a:rPr lang="en-US" altLang="zh-CN" sz="5800" b="1" dirty="0"/>
              <a:t>Variance</a:t>
            </a:r>
            <a:endParaRPr lang="en-US" altLang="zh-CN" sz="5100" b="1" dirty="0"/>
          </a:p>
          <a:p>
            <a:pPr marL="457200" indent="-457200">
              <a:lnSpc>
                <a:spcPct val="100000"/>
              </a:lnSpc>
              <a:spcAft>
                <a:spcPts val="600"/>
              </a:spcAft>
              <a:buFont typeface="Wingdings" panose="05000000000000000000" pitchFamily="2" charset="2"/>
              <a:buChar char="v"/>
            </a:pPr>
            <a:r>
              <a:rPr lang="en-US" dirty="0">
                <a:solidFill>
                  <a:schemeClr val="tx1"/>
                </a:solidFill>
              </a:rPr>
              <a:t>The variance (S2) is a value which takes account of each of the scores in a sample, and looks at the difference between each of those scores and the mean.</a:t>
            </a:r>
          </a:p>
          <a:p>
            <a:pPr marL="457200" indent="-457200">
              <a:lnSpc>
                <a:spcPct val="100000"/>
              </a:lnSpc>
              <a:spcAft>
                <a:spcPts val="600"/>
              </a:spcAft>
              <a:buFont typeface="Wingdings" panose="05000000000000000000" pitchFamily="2" charset="2"/>
              <a:buChar char="v"/>
            </a:pPr>
            <a:r>
              <a:rPr lang="en-US" dirty="0">
                <a:solidFill>
                  <a:schemeClr val="tx1"/>
                </a:solidFill>
              </a:rPr>
              <a:t>The formula used to calculate the variance is:</a:t>
            </a:r>
          </a:p>
          <a:p>
            <a:pPr marL="457200" indent="-457200">
              <a:lnSpc>
                <a:spcPct val="100000"/>
              </a:lnSpc>
              <a:spcAft>
                <a:spcPts val="600"/>
              </a:spcAft>
              <a:buFont typeface="Wingdings" panose="05000000000000000000" pitchFamily="2" charset="2"/>
              <a:buChar char="v"/>
            </a:pPr>
            <a:endParaRPr lang="en-US" dirty="0">
              <a:solidFill>
                <a:schemeClr val="tx1"/>
              </a:solidFill>
            </a:endParaRPr>
          </a:p>
          <a:p>
            <a:pPr marL="457200" indent="-457200">
              <a:lnSpc>
                <a:spcPct val="100000"/>
              </a:lnSpc>
              <a:spcAft>
                <a:spcPts val="600"/>
              </a:spcAft>
              <a:buFont typeface="Wingdings" panose="05000000000000000000" pitchFamily="2" charset="2"/>
              <a:buChar char="v"/>
            </a:pPr>
            <a:endParaRPr lang="en-US" dirty="0">
              <a:solidFill>
                <a:schemeClr val="tx1"/>
              </a:solidFill>
            </a:endParaRPr>
          </a:p>
          <a:p>
            <a:pPr marL="457200" indent="-457200">
              <a:lnSpc>
                <a:spcPct val="100000"/>
              </a:lnSpc>
              <a:spcAft>
                <a:spcPts val="600"/>
              </a:spcAft>
              <a:buFont typeface="Wingdings" panose="05000000000000000000" pitchFamily="2" charset="2"/>
              <a:buChar char="v"/>
            </a:pPr>
            <a:r>
              <a:rPr lang="en-US" dirty="0">
                <a:solidFill>
                  <a:schemeClr val="tx1"/>
                </a:solidFill>
              </a:rPr>
              <a:t>But this can be cumbersome to calculate, so an easier way is to use the formula:</a:t>
            </a:r>
          </a:p>
          <a:p>
            <a:pPr marL="457200" indent="-457200">
              <a:lnSpc>
                <a:spcPct val="100000"/>
              </a:lnSpc>
              <a:spcAft>
                <a:spcPts val="600"/>
              </a:spcAft>
              <a:buFont typeface="Wingdings" panose="05000000000000000000" pitchFamily="2" charset="2"/>
              <a:buChar char="v"/>
            </a:pPr>
            <a:endParaRPr lang="en-US" dirty="0">
              <a:solidFill>
                <a:schemeClr val="tx1"/>
              </a:solidFill>
            </a:endParaRPr>
          </a:p>
          <a:p>
            <a:pPr marL="457200" indent="-457200">
              <a:lnSpc>
                <a:spcPct val="100000"/>
              </a:lnSpc>
              <a:spcAft>
                <a:spcPts val="600"/>
              </a:spcAft>
              <a:buFont typeface="Wingdings" panose="05000000000000000000" pitchFamily="2" charset="2"/>
              <a:buChar char="v"/>
            </a:pPr>
            <a:endParaRPr lang="en-US" dirty="0">
              <a:solidFill>
                <a:schemeClr val="tx1"/>
              </a:solidFill>
            </a:endParaRPr>
          </a:p>
          <a:p>
            <a:pPr marL="457200" indent="-457200">
              <a:lnSpc>
                <a:spcPct val="100000"/>
              </a:lnSpc>
              <a:spcAft>
                <a:spcPts val="600"/>
              </a:spcAft>
              <a:buFont typeface="Wingdings" panose="05000000000000000000" pitchFamily="2" charset="2"/>
              <a:buChar char="v"/>
            </a:pPr>
            <a:r>
              <a:rPr lang="en-US" dirty="0">
                <a:solidFill>
                  <a:schemeClr val="tx1"/>
                </a:solidFill>
              </a:rPr>
              <a:t>The variance describes the amount of spread of a data sample.  The larger the spread of the data the larger the variance </a:t>
            </a:r>
          </a:p>
        </p:txBody>
      </p:sp>
      <p:graphicFrame>
        <p:nvGraphicFramePr>
          <p:cNvPr id="16" name="Object 4">
            <a:extLst>
              <a:ext uri="{FF2B5EF4-FFF2-40B4-BE49-F238E27FC236}">
                <a16:creationId xmlns:a16="http://schemas.microsoft.com/office/drawing/2014/main" id="{AA254BF3-ACD7-4DC7-AAA3-22752073BFC4}"/>
              </a:ext>
            </a:extLst>
          </p:cNvPr>
          <p:cNvGraphicFramePr>
            <a:graphicFrameLocks noChangeAspect="1"/>
          </p:cNvGraphicFramePr>
          <p:nvPr/>
        </p:nvGraphicFramePr>
        <p:xfrm>
          <a:off x="2089150" y="3492590"/>
          <a:ext cx="1949450" cy="922337"/>
        </p:xfrm>
        <a:graphic>
          <a:graphicData uri="http://schemas.openxmlformats.org/presentationml/2006/ole">
            <mc:AlternateContent xmlns:mc="http://schemas.openxmlformats.org/markup-compatibility/2006">
              <mc:Choice xmlns:v="urn:schemas-microsoft-com:vml" Requires="v">
                <p:oleObj name="Equation" r:id="rId3" imgW="965160" imgH="457200" progId="Equation.3">
                  <p:embed/>
                </p:oleObj>
              </mc:Choice>
              <mc:Fallback>
                <p:oleObj name="Equation" r:id="rId3" imgW="965160" imgH="457200" progId="Equation.3">
                  <p:embed/>
                  <p:pic>
                    <p:nvPicPr>
                      <p:cNvPr id="16" name="Object 4">
                        <a:extLst>
                          <a:ext uri="{FF2B5EF4-FFF2-40B4-BE49-F238E27FC236}">
                            <a16:creationId xmlns:a16="http://schemas.microsoft.com/office/drawing/2014/main" id="{AA254BF3-ACD7-4DC7-AAA3-22752073BF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9150" y="3492590"/>
                        <a:ext cx="1949450" cy="922337"/>
                      </a:xfrm>
                      <a:prstGeom prst="rect">
                        <a:avLst/>
                      </a:prstGeom>
                      <a:noFill/>
                      <a:ln>
                        <a:noFill/>
                      </a:ln>
                      <a:effectLst/>
                    </p:spPr>
                  </p:pic>
                </p:oleObj>
              </mc:Fallback>
            </mc:AlternateContent>
          </a:graphicData>
        </a:graphic>
      </p:graphicFrame>
      <p:sp>
        <p:nvSpPr>
          <p:cNvPr id="17" name="Rectangle 3">
            <a:extLst>
              <a:ext uri="{FF2B5EF4-FFF2-40B4-BE49-F238E27FC236}">
                <a16:creationId xmlns:a16="http://schemas.microsoft.com/office/drawing/2014/main" id="{289DB70E-D5B1-4996-8056-C0AC01116D88}"/>
              </a:ext>
            </a:extLst>
          </p:cNvPr>
          <p:cNvSpPr txBox="1">
            <a:spLocks noChangeArrowheads="1"/>
          </p:cNvSpPr>
          <p:nvPr/>
        </p:nvSpPr>
        <p:spPr>
          <a:xfrm>
            <a:off x="4038600" y="3781137"/>
            <a:ext cx="5594350" cy="900156"/>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baseline="0">
                <a:solidFill>
                  <a:schemeClr val="tx1">
                    <a:lumMod val="65000"/>
                    <a:lumOff val="35000"/>
                  </a:schemeClr>
                </a:solidFill>
                <a:latin typeface="Arial" panose="020B0604020202020204" pitchFamily="34" charset="0"/>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Arial" panose="020B0604020202020204" pitchFamily="34" charset="0"/>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Arial" panose="020B0604020202020204" pitchFamily="34" charset="0"/>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Arial" panose="020B0604020202020204" pitchFamily="34" charset="0"/>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Arial" panose="020B0604020202020204" pitchFamily="34" charset="0"/>
                <a:ea typeface="+mn-ea"/>
                <a:cs typeface="+mn-cs"/>
              </a:defRPr>
            </a:lvl5pPr>
            <a:lvl6pPr marL="20574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20574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0" indent="0">
              <a:buNone/>
            </a:pPr>
            <a:r>
              <a:rPr lang="en-GB" altLang="en-US" sz="2400" dirty="0">
                <a:solidFill>
                  <a:schemeClr val="tx1"/>
                </a:solidFill>
              </a:rPr>
              <a:t>, x = mean, </a:t>
            </a:r>
            <a:r>
              <a:rPr lang="en-US" altLang="zh-CN" sz="2400" dirty="0">
                <a:solidFill>
                  <a:schemeClr val="tx1"/>
                </a:solidFill>
              </a:rPr>
              <a:t>N</a:t>
            </a:r>
            <a:r>
              <a:rPr lang="en-GB" altLang="en-US" sz="2400" dirty="0">
                <a:solidFill>
                  <a:schemeClr val="tx1"/>
                </a:solidFill>
              </a:rPr>
              <a:t> = number of observations</a:t>
            </a:r>
          </a:p>
        </p:txBody>
      </p:sp>
      <p:cxnSp>
        <p:nvCxnSpPr>
          <p:cNvPr id="18" name="Straight Connector 17">
            <a:extLst>
              <a:ext uri="{FF2B5EF4-FFF2-40B4-BE49-F238E27FC236}">
                <a16:creationId xmlns:a16="http://schemas.microsoft.com/office/drawing/2014/main" id="{8A0DBD84-CE62-4053-813A-4E931A187608}"/>
              </a:ext>
            </a:extLst>
          </p:cNvPr>
          <p:cNvCxnSpPr/>
          <p:nvPr/>
        </p:nvCxnSpPr>
        <p:spPr>
          <a:xfrm>
            <a:off x="4299033" y="3849548"/>
            <a:ext cx="152400" cy="0"/>
          </a:xfrm>
          <a:prstGeom prst="line">
            <a:avLst/>
          </a:prstGeom>
        </p:spPr>
        <p:style>
          <a:lnRef idx="1">
            <a:schemeClr val="dk1"/>
          </a:lnRef>
          <a:fillRef idx="0">
            <a:schemeClr val="dk1"/>
          </a:fillRef>
          <a:effectRef idx="0">
            <a:schemeClr val="dk1"/>
          </a:effectRef>
          <a:fontRef idx="minor">
            <a:schemeClr val="tx1"/>
          </a:fontRef>
        </p:style>
      </p:cxnSp>
      <p:pic>
        <p:nvPicPr>
          <p:cNvPr id="19" name="Picture 14">
            <a:extLst>
              <a:ext uri="{FF2B5EF4-FFF2-40B4-BE49-F238E27FC236}">
                <a16:creationId xmlns:a16="http://schemas.microsoft.com/office/drawing/2014/main" id="{801D8215-33E5-42FB-8791-D53B6512483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70369" y="4749704"/>
            <a:ext cx="2925631" cy="1120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a:extLst>
              <a:ext uri="{FF2B5EF4-FFF2-40B4-BE49-F238E27FC236}">
                <a16:creationId xmlns:a16="http://schemas.microsoft.com/office/drawing/2014/main" id="{53EA2386-1599-5124-E519-5C5E661AC9C7}"/>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063633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389417" y="293192"/>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Measure of Dispersion</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19</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fontScale="77500" lnSpcReduction="20000"/>
          </a:bodyPr>
          <a:lstStyle/>
          <a:p>
            <a:pPr marL="0" indent="0">
              <a:lnSpc>
                <a:spcPct val="100000"/>
              </a:lnSpc>
              <a:spcAft>
                <a:spcPts val="600"/>
              </a:spcAft>
              <a:buNone/>
            </a:pPr>
            <a:r>
              <a:rPr lang="en-US" altLang="zh-CN" sz="4100" b="1" dirty="0"/>
              <a:t>Variance</a:t>
            </a:r>
          </a:p>
          <a:p>
            <a:pPr marL="457200" indent="-457200">
              <a:lnSpc>
                <a:spcPct val="100000"/>
              </a:lnSpc>
              <a:spcAft>
                <a:spcPts val="600"/>
              </a:spcAft>
              <a:buFont typeface="Wingdings" panose="05000000000000000000" pitchFamily="2" charset="2"/>
              <a:buChar char="v"/>
            </a:pPr>
            <a:r>
              <a:rPr lang="en-US" dirty="0">
                <a:solidFill>
                  <a:schemeClr val="tx1"/>
                </a:solidFill>
              </a:rPr>
              <a:t>The value (N-1) is used so that data obtained from a sample can be approximated to the value of the population variance.  </a:t>
            </a:r>
          </a:p>
          <a:p>
            <a:pPr marL="457200" indent="-457200">
              <a:lnSpc>
                <a:spcPct val="100000"/>
              </a:lnSpc>
              <a:spcAft>
                <a:spcPts val="600"/>
              </a:spcAft>
              <a:buFont typeface="Wingdings" panose="05000000000000000000" pitchFamily="2" charset="2"/>
              <a:buChar char="v"/>
            </a:pPr>
            <a:r>
              <a:rPr lang="en-US" dirty="0">
                <a:solidFill>
                  <a:schemeClr val="tx1"/>
                </a:solidFill>
              </a:rPr>
              <a:t>If only the sample variance was required, then (N) would be substituted for (N-1).  </a:t>
            </a:r>
          </a:p>
          <a:p>
            <a:pPr marL="457200" indent="-457200">
              <a:lnSpc>
                <a:spcPct val="100000"/>
              </a:lnSpc>
              <a:spcAft>
                <a:spcPts val="600"/>
              </a:spcAft>
              <a:buFont typeface="Wingdings" panose="05000000000000000000" pitchFamily="2" charset="2"/>
              <a:buChar char="v"/>
            </a:pPr>
            <a:r>
              <a:rPr lang="en-US" dirty="0">
                <a:solidFill>
                  <a:schemeClr val="tx1"/>
                </a:solidFill>
              </a:rPr>
              <a:t>However, sample variance value is only useful for describing the data and is not as useful or rigorous as the population approximation value, and therefore when we mention the variance or any formula requiring the variance without other specification, then the two equations in the previous slide should be used.</a:t>
            </a:r>
          </a:p>
        </p:txBody>
      </p:sp>
      <p:sp>
        <p:nvSpPr>
          <p:cNvPr id="8" name="Footer Placeholder 1">
            <a:extLst>
              <a:ext uri="{FF2B5EF4-FFF2-40B4-BE49-F238E27FC236}">
                <a16:creationId xmlns:a16="http://schemas.microsoft.com/office/drawing/2014/main" id="{BD39E8A1-B14F-043A-D3A2-1DE750DF9C7E}"/>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3941783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530456" y="162868"/>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altLang="zh-CN" sz="3200" b="1" dirty="0">
                <a:solidFill>
                  <a:schemeClr val="bg1"/>
                </a:solidFill>
              </a:rPr>
              <a:t>Measure of Dispersion</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20</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3"/>
            <a:ext cx="10427035" cy="4747275"/>
          </a:xfrm>
        </p:spPr>
        <p:txBody>
          <a:bodyPr>
            <a:normAutofit fontScale="55000" lnSpcReduction="20000"/>
          </a:bodyPr>
          <a:lstStyle/>
          <a:p>
            <a:pPr marL="0" indent="0">
              <a:lnSpc>
                <a:spcPct val="100000"/>
              </a:lnSpc>
              <a:spcAft>
                <a:spcPts val="600"/>
              </a:spcAft>
              <a:buNone/>
            </a:pPr>
            <a:r>
              <a:rPr lang="en-US" altLang="zh-CN" sz="5100" b="1" dirty="0"/>
              <a:t>Standard Deviation</a:t>
            </a:r>
          </a:p>
          <a:p>
            <a:pPr marL="457200" indent="-457200">
              <a:lnSpc>
                <a:spcPct val="100000"/>
              </a:lnSpc>
              <a:spcAft>
                <a:spcPts val="600"/>
              </a:spcAft>
              <a:buFont typeface="Wingdings" panose="05000000000000000000" pitchFamily="2" charset="2"/>
              <a:buChar char="v"/>
            </a:pPr>
            <a:r>
              <a:rPr lang="en-US" dirty="0"/>
              <a:t>The variance uses a squared value, so the numbers obtained are high and not so useful.  </a:t>
            </a:r>
          </a:p>
          <a:p>
            <a:pPr marL="457200" indent="-457200">
              <a:lnSpc>
                <a:spcPct val="100000"/>
              </a:lnSpc>
              <a:spcAft>
                <a:spcPts val="600"/>
              </a:spcAft>
              <a:buFont typeface="Wingdings" panose="05000000000000000000" pitchFamily="2" charset="2"/>
              <a:buChar char="v"/>
            </a:pPr>
            <a:r>
              <a:rPr lang="en-US" dirty="0"/>
              <a:t>Therefore it is more appropriate to refer to the Standard Deviation (S or SD), which is the square root of the variance: </a:t>
            </a:r>
          </a:p>
          <a:p>
            <a:pPr marL="457200" indent="-457200">
              <a:lnSpc>
                <a:spcPct val="100000"/>
              </a:lnSpc>
              <a:spcAft>
                <a:spcPts val="600"/>
              </a:spcAft>
              <a:buFont typeface="Wingdings" panose="05000000000000000000" pitchFamily="2" charset="2"/>
              <a:buChar char="v"/>
            </a:pPr>
            <a:endParaRPr lang="en-US" dirty="0"/>
          </a:p>
          <a:p>
            <a:pPr marL="0" indent="0">
              <a:lnSpc>
                <a:spcPct val="100000"/>
              </a:lnSpc>
              <a:spcAft>
                <a:spcPts val="600"/>
              </a:spcAft>
              <a:buNone/>
            </a:pPr>
            <a:r>
              <a:rPr lang="en-US" dirty="0"/>
              <a:t>                                                      Or</a:t>
            </a:r>
          </a:p>
          <a:p>
            <a:pPr marL="457200" indent="-457200">
              <a:lnSpc>
                <a:spcPct val="100000"/>
              </a:lnSpc>
              <a:spcAft>
                <a:spcPts val="600"/>
              </a:spcAft>
              <a:buFont typeface="Wingdings" panose="05000000000000000000" pitchFamily="2" charset="2"/>
              <a:buChar char="v"/>
            </a:pPr>
            <a:endParaRPr lang="en-US" dirty="0"/>
          </a:p>
          <a:p>
            <a:pPr marL="457200" indent="-457200">
              <a:lnSpc>
                <a:spcPct val="100000"/>
              </a:lnSpc>
              <a:spcAft>
                <a:spcPts val="600"/>
              </a:spcAft>
              <a:buFont typeface="Wingdings" panose="05000000000000000000" pitchFamily="2" charset="2"/>
              <a:buChar char="v"/>
            </a:pPr>
            <a:r>
              <a:rPr lang="en-US" dirty="0"/>
              <a:t>(N-1) is used to make an estimate of the population SD on the basis of information from a sample.</a:t>
            </a:r>
          </a:p>
          <a:p>
            <a:pPr marL="457200" indent="-457200">
              <a:lnSpc>
                <a:spcPct val="100000"/>
              </a:lnSpc>
              <a:spcAft>
                <a:spcPts val="600"/>
              </a:spcAft>
              <a:buFont typeface="Wingdings" panose="05000000000000000000" pitchFamily="2" charset="2"/>
              <a:buChar char="v"/>
            </a:pPr>
            <a:r>
              <a:rPr lang="en-US" dirty="0"/>
              <a:t>Standard deviation serves as the indication of how the values of a variable are spread around the mean and the indication of the usefulness of the mean as typical value.</a:t>
            </a:r>
          </a:p>
        </p:txBody>
      </p:sp>
      <p:graphicFrame>
        <p:nvGraphicFramePr>
          <p:cNvPr id="7" name="Object 4">
            <a:extLst>
              <a:ext uri="{FF2B5EF4-FFF2-40B4-BE49-F238E27FC236}">
                <a16:creationId xmlns:a16="http://schemas.microsoft.com/office/drawing/2014/main" id="{E2B39106-6791-4492-9694-F22E55242944}"/>
              </a:ext>
            </a:extLst>
          </p:cNvPr>
          <p:cNvGraphicFramePr>
            <a:graphicFrameLocks noChangeAspect="1"/>
          </p:cNvGraphicFramePr>
          <p:nvPr>
            <p:extLst>
              <p:ext uri="{D42A27DB-BD31-4B8C-83A1-F6EECF244321}">
                <p14:modId xmlns:p14="http://schemas.microsoft.com/office/powerpoint/2010/main" val="809673576"/>
              </p:ext>
            </p:extLst>
          </p:nvPr>
        </p:nvGraphicFramePr>
        <p:xfrm>
          <a:off x="1277093" y="3379951"/>
          <a:ext cx="2655888" cy="1340369"/>
        </p:xfrm>
        <a:graphic>
          <a:graphicData uri="http://schemas.openxmlformats.org/presentationml/2006/ole">
            <mc:AlternateContent xmlns:mc="http://schemas.openxmlformats.org/markup-compatibility/2006">
              <mc:Choice xmlns:v="urn:schemas-microsoft-com:vml" Requires="v">
                <p:oleObj name="Equation" r:id="rId3" imgW="1079032" imgH="545863" progId="Equation.3">
                  <p:embed/>
                </p:oleObj>
              </mc:Choice>
              <mc:Fallback>
                <p:oleObj name="Equation" r:id="rId3" imgW="1079032" imgH="545863" progId="Equation.3">
                  <p:embed/>
                  <p:pic>
                    <p:nvPicPr>
                      <p:cNvPr id="7" name="Object 4">
                        <a:extLst>
                          <a:ext uri="{FF2B5EF4-FFF2-40B4-BE49-F238E27FC236}">
                            <a16:creationId xmlns:a16="http://schemas.microsoft.com/office/drawing/2014/main" id="{E2B39106-6791-4492-9694-F22E552429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093" y="3379951"/>
                        <a:ext cx="2655888" cy="1340369"/>
                      </a:xfrm>
                      <a:prstGeom prst="rect">
                        <a:avLst/>
                      </a:prstGeom>
                      <a:noFill/>
                    </p:spPr>
                  </p:pic>
                </p:oleObj>
              </mc:Fallback>
            </mc:AlternateContent>
          </a:graphicData>
        </a:graphic>
      </p:graphicFrame>
      <p:graphicFrame>
        <p:nvGraphicFramePr>
          <p:cNvPr id="8" name="Object 6">
            <a:extLst>
              <a:ext uri="{FF2B5EF4-FFF2-40B4-BE49-F238E27FC236}">
                <a16:creationId xmlns:a16="http://schemas.microsoft.com/office/drawing/2014/main" id="{F5992975-6A77-4F52-B08E-70D984780EB6}"/>
              </a:ext>
            </a:extLst>
          </p:cNvPr>
          <p:cNvGraphicFramePr>
            <a:graphicFrameLocks noChangeAspect="1"/>
          </p:cNvGraphicFramePr>
          <p:nvPr>
            <p:extLst>
              <p:ext uri="{D42A27DB-BD31-4B8C-83A1-F6EECF244321}">
                <p14:modId xmlns:p14="http://schemas.microsoft.com/office/powerpoint/2010/main" val="1465994132"/>
              </p:ext>
            </p:extLst>
          </p:nvPr>
        </p:nvGraphicFramePr>
        <p:xfrm>
          <a:off x="4657653" y="3332919"/>
          <a:ext cx="4171035" cy="1340369"/>
        </p:xfrm>
        <a:graphic>
          <a:graphicData uri="http://schemas.openxmlformats.org/presentationml/2006/ole">
            <mc:AlternateContent xmlns:mc="http://schemas.openxmlformats.org/markup-compatibility/2006">
              <mc:Choice xmlns:v="urn:schemas-microsoft-com:vml" Requires="v">
                <p:oleObj name="Equation" r:id="rId5" imgW="1574800" imgH="508000" progId="Equation.3">
                  <p:embed/>
                </p:oleObj>
              </mc:Choice>
              <mc:Fallback>
                <p:oleObj name="Equation" r:id="rId5" imgW="1574800" imgH="508000" progId="Equation.3">
                  <p:embed/>
                  <p:pic>
                    <p:nvPicPr>
                      <p:cNvPr id="8" name="Object 6">
                        <a:extLst>
                          <a:ext uri="{FF2B5EF4-FFF2-40B4-BE49-F238E27FC236}">
                            <a16:creationId xmlns:a16="http://schemas.microsoft.com/office/drawing/2014/main" id="{F5992975-6A77-4F52-B08E-70D984780EB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7653" y="3332919"/>
                        <a:ext cx="4171035" cy="1340369"/>
                      </a:xfrm>
                      <a:prstGeom prst="rect">
                        <a:avLst/>
                      </a:prstGeom>
                      <a:noFill/>
                    </p:spPr>
                  </p:pic>
                </p:oleObj>
              </mc:Fallback>
            </mc:AlternateContent>
          </a:graphicData>
        </a:graphic>
      </p:graphicFrame>
      <p:sp>
        <p:nvSpPr>
          <p:cNvPr id="9" name="Footer Placeholder 1">
            <a:extLst>
              <a:ext uri="{FF2B5EF4-FFF2-40B4-BE49-F238E27FC236}">
                <a16:creationId xmlns:a16="http://schemas.microsoft.com/office/drawing/2014/main" id="{165715B2-CA38-3B79-AE8B-D035E2CD6354}"/>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42792099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DDB93D4-6332-469D-A4C6-FD257FA8806E}"/>
              </a:ext>
            </a:extLst>
          </p:cNvPr>
          <p:cNvSpPr>
            <a:spLocks noGrp="1"/>
          </p:cNvSpPr>
          <p:nvPr>
            <p:ph type="ftr" sz="quarter" idx="11"/>
          </p:nvPr>
        </p:nvSpPr>
        <p:spPr/>
        <p:txBody>
          <a:bodyPr/>
          <a:lstStyle/>
          <a:p>
            <a:r>
              <a:rPr lang="en-GB"/>
              <a:t>by Boying Li</a:t>
            </a:r>
          </a:p>
        </p:txBody>
      </p:sp>
      <p:sp>
        <p:nvSpPr>
          <p:cNvPr id="5" name="Slide Number Placeholder 4">
            <a:extLst>
              <a:ext uri="{FF2B5EF4-FFF2-40B4-BE49-F238E27FC236}">
                <a16:creationId xmlns:a16="http://schemas.microsoft.com/office/drawing/2014/main" id="{C77B071C-61DA-47DC-9840-24FFF81AE57C}"/>
              </a:ext>
            </a:extLst>
          </p:cNvPr>
          <p:cNvSpPr>
            <a:spLocks noGrp="1"/>
          </p:cNvSpPr>
          <p:nvPr>
            <p:ph type="sldNum" sz="quarter" idx="12"/>
          </p:nvPr>
        </p:nvSpPr>
        <p:spPr/>
        <p:txBody>
          <a:bodyPr/>
          <a:lstStyle/>
          <a:p>
            <a:fld id="{94484FCA-34D3-4F38-8D17-26869140C344}" type="slidenum">
              <a:rPr lang="en-GB" smtClean="0"/>
              <a:t>21</a:t>
            </a:fld>
            <a:endParaRPr lang="en-GB"/>
          </a:p>
        </p:txBody>
      </p:sp>
      <p:sp>
        <p:nvSpPr>
          <p:cNvPr id="10" name="标题 1">
            <a:extLst>
              <a:ext uri="{FF2B5EF4-FFF2-40B4-BE49-F238E27FC236}">
                <a16:creationId xmlns:a16="http://schemas.microsoft.com/office/drawing/2014/main" id="{5F0C4514-EAD0-41FE-B2E0-794B65137D9F}"/>
              </a:ext>
            </a:extLst>
          </p:cNvPr>
          <p:cNvSpPr txBox="1">
            <a:spLocks/>
          </p:cNvSpPr>
          <p:nvPr/>
        </p:nvSpPr>
        <p:spPr>
          <a:xfrm>
            <a:off x="484011" y="293191"/>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AU" sz="3200" b="1" dirty="0">
                <a:solidFill>
                  <a:schemeClr val="bg1"/>
                </a:solidFill>
              </a:rPr>
              <a:t>An Introduction to Market Segmentation</a:t>
            </a:r>
          </a:p>
        </p:txBody>
      </p:sp>
      <p:sp>
        <p:nvSpPr>
          <p:cNvPr id="13" name="Rectangle 12">
            <a:extLst>
              <a:ext uri="{FF2B5EF4-FFF2-40B4-BE49-F238E27FC236}">
                <a16:creationId xmlns:a16="http://schemas.microsoft.com/office/drawing/2014/main" id="{29274FC8-1544-49F0-B93E-1D177725E42A}"/>
              </a:ext>
            </a:extLst>
          </p:cNvPr>
          <p:cNvSpPr/>
          <p:nvPr/>
        </p:nvSpPr>
        <p:spPr bwMode="auto">
          <a:xfrm>
            <a:off x="2584450" y="5015895"/>
            <a:ext cx="304800" cy="444500"/>
          </a:xfrm>
          <a:prstGeom prst="rect">
            <a:avLst/>
          </a:prstGeom>
          <a:solidFill>
            <a:schemeClr val="bg1"/>
          </a:solidFill>
        </p:spPr>
        <p:txBody>
          <a:bodyPr vert="horz" wrap="square" lIns="91440" tIns="45720" rIns="91440" bIns="45720" numCol="1" rtlCol="0" anchor="t" anchorCtr="0" compatLnSpc="1">
            <a:prstTxWarp prst="textNoShape">
              <a:avLst/>
            </a:prstTxWarp>
          </a:bodyPr>
          <a:lstStyle/>
          <a:p>
            <a:pPr algn="l"/>
            <a:endParaRPr lang="en-GB"/>
          </a:p>
        </p:txBody>
      </p:sp>
      <p:pic>
        <p:nvPicPr>
          <p:cNvPr id="8" name="Online Media 7" descr="An Introduction to Market Segmentation">
            <a:hlinkClick r:id="" action="ppaction://media"/>
            <a:extLst>
              <a:ext uri="{FF2B5EF4-FFF2-40B4-BE49-F238E27FC236}">
                <a16:creationId xmlns:a16="http://schemas.microsoft.com/office/drawing/2014/main" id="{0E6C6B9B-661E-8B03-F20D-E9C832F9420E}"/>
              </a:ext>
            </a:extLst>
          </p:cNvPr>
          <p:cNvPicPr>
            <a:picLocks noRot="1" noChangeAspect="1"/>
          </p:cNvPicPr>
          <p:nvPr>
            <a:videoFile r:link="rId1"/>
          </p:nvPr>
        </p:nvPicPr>
        <p:blipFill>
          <a:blip r:embed="rId4"/>
          <a:stretch>
            <a:fillRect/>
          </a:stretch>
        </p:blipFill>
        <p:spPr>
          <a:xfrm>
            <a:off x="1091458" y="1397605"/>
            <a:ext cx="9542675" cy="5391611"/>
          </a:xfrm>
          <a:prstGeom prst="rect">
            <a:avLst/>
          </a:prstGeom>
        </p:spPr>
      </p:pic>
    </p:spTree>
    <p:extLst>
      <p:ext uri="{BB962C8B-B14F-4D97-AF65-F5344CB8AC3E}">
        <p14:creationId xmlns:p14="http://schemas.microsoft.com/office/powerpoint/2010/main" val="38114572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8"/>
                </p:tgtEl>
              </p:cMediaNode>
            </p:video>
            <p:seq concurrent="1" nextAc="seek">
              <p:cTn id="8" restart="whenNotActive" fill="hold" evtFilter="cancelBubble" nodeType="interactiveSeq">
                <p:stCondLst>
                  <p:cond evt="onClick" delay="0">
                    <p:tgtEl>
                      <p:spTgt spid="8"/>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DDB93D4-6332-469D-A4C6-FD257FA8806E}"/>
              </a:ext>
            </a:extLst>
          </p:cNvPr>
          <p:cNvSpPr>
            <a:spLocks noGrp="1"/>
          </p:cNvSpPr>
          <p:nvPr>
            <p:ph type="ftr" sz="quarter" idx="11"/>
          </p:nvPr>
        </p:nvSpPr>
        <p:spPr/>
        <p:txBody>
          <a:bodyPr/>
          <a:lstStyle/>
          <a:p>
            <a:r>
              <a:rPr lang="en-GB"/>
              <a:t>by Boying Li</a:t>
            </a:r>
          </a:p>
        </p:txBody>
      </p:sp>
      <p:sp>
        <p:nvSpPr>
          <p:cNvPr id="5" name="Slide Number Placeholder 4">
            <a:extLst>
              <a:ext uri="{FF2B5EF4-FFF2-40B4-BE49-F238E27FC236}">
                <a16:creationId xmlns:a16="http://schemas.microsoft.com/office/drawing/2014/main" id="{C77B071C-61DA-47DC-9840-24FFF81AE57C}"/>
              </a:ext>
            </a:extLst>
          </p:cNvPr>
          <p:cNvSpPr>
            <a:spLocks noGrp="1"/>
          </p:cNvSpPr>
          <p:nvPr>
            <p:ph type="sldNum" sz="quarter" idx="12"/>
          </p:nvPr>
        </p:nvSpPr>
        <p:spPr/>
        <p:txBody>
          <a:bodyPr/>
          <a:lstStyle/>
          <a:p>
            <a:fld id="{94484FCA-34D3-4F38-8D17-26869140C344}" type="slidenum">
              <a:rPr lang="en-GB" smtClean="0"/>
              <a:t>22</a:t>
            </a:fld>
            <a:endParaRPr lang="en-GB"/>
          </a:p>
        </p:txBody>
      </p:sp>
      <p:sp>
        <p:nvSpPr>
          <p:cNvPr id="10" name="标题 1">
            <a:extLst>
              <a:ext uri="{FF2B5EF4-FFF2-40B4-BE49-F238E27FC236}">
                <a16:creationId xmlns:a16="http://schemas.microsoft.com/office/drawing/2014/main" id="{5F0C4514-EAD0-41FE-B2E0-794B65137D9F}"/>
              </a:ext>
            </a:extLst>
          </p:cNvPr>
          <p:cNvSpPr txBox="1">
            <a:spLocks/>
          </p:cNvSpPr>
          <p:nvPr/>
        </p:nvSpPr>
        <p:spPr>
          <a:xfrm>
            <a:off x="484011" y="293191"/>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Segmentation</a:t>
            </a:r>
          </a:p>
        </p:txBody>
      </p:sp>
      <p:sp>
        <p:nvSpPr>
          <p:cNvPr id="13" name="Rectangle 12">
            <a:extLst>
              <a:ext uri="{FF2B5EF4-FFF2-40B4-BE49-F238E27FC236}">
                <a16:creationId xmlns:a16="http://schemas.microsoft.com/office/drawing/2014/main" id="{29274FC8-1544-49F0-B93E-1D177725E42A}"/>
              </a:ext>
            </a:extLst>
          </p:cNvPr>
          <p:cNvSpPr/>
          <p:nvPr/>
        </p:nvSpPr>
        <p:spPr bwMode="auto">
          <a:xfrm>
            <a:off x="2584450" y="5015895"/>
            <a:ext cx="304800" cy="444500"/>
          </a:xfrm>
          <a:prstGeom prst="rect">
            <a:avLst/>
          </a:prstGeom>
          <a:solidFill>
            <a:schemeClr val="bg1"/>
          </a:solidFill>
        </p:spPr>
        <p:txBody>
          <a:bodyPr vert="horz" wrap="square" lIns="91440" tIns="45720" rIns="91440" bIns="45720" numCol="1" rtlCol="0" anchor="t" anchorCtr="0" compatLnSpc="1">
            <a:prstTxWarp prst="textNoShape">
              <a:avLst/>
            </a:prstTxWarp>
          </a:bodyPr>
          <a:lstStyle/>
          <a:p>
            <a:pPr algn="l"/>
            <a:endParaRPr lang="en-GB"/>
          </a:p>
        </p:txBody>
      </p:sp>
      <p:sp>
        <p:nvSpPr>
          <p:cNvPr id="14" name="内容占位符 2">
            <a:extLst>
              <a:ext uri="{FF2B5EF4-FFF2-40B4-BE49-F238E27FC236}">
                <a16:creationId xmlns:a16="http://schemas.microsoft.com/office/drawing/2014/main" id="{EA500821-87D4-4DCE-BCBA-93CF2E893687}"/>
              </a:ext>
            </a:extLst>
          </p:cNvPr>
          <p:cNvSpPr>
            <a:spLocks noGrp="1"/>
          </p:cNvSpPr>
          <p:nvPr>
            <p:ph idx="1"/>
          </p:nvPr>
        </p:nvSpPr>
        <p:spPr>
          <a:xfrm>
            <a:off x="838199" y="1817534"/>
            <a:ext cx="10427035" cy="4351338"/>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Businesses usually segment their customers using</a:t>
            </a:r>
            <a:endParaRPr lang="en-US" dirty="0"/>
          </a:p>
          <a:p>
            <a:pPr marL="645750" lvl="3" indent="-285750">
              <a:spcAft>
                <a:spcPts val="600"/>
              </a:spcAft>
            </a:pPr>
            <a:r>
              <a:rPr lang="en-US" altLang="zh-CN" dirty="0"/>
              <a:t>Demographic information</a:t>
            </a:r>
            <a:r>
              <a:rPr lang="zh-CN" altLang="en-US" dirty="0"/>
              <a:t> </a:t>
            </a:r>
            <a:r>
              <a:rPr lang="en-US" altLang="zh-CN" dirty="0"/>
              <a:t>(age,</a:t>
            </a:r>
            <a:r>
              <a:rPr lang="zh-CN" altLang="en-US" dirty="0"/>
              <a:t> </a:t>
            </a:r>
            <a:r>
              <a:rPr lang="en-US" altLang="zh-CN" dirty="0"/>
              <a:t>gender,</a:t>
            </a:r>
            <a:r>
              <a:rPr lang="zh-CN" altLang="en-US" dirty="0"/>
              <a:t> </a:t>
            </a:r>
            <a:r>
              <a:rPr lang="en-US" altLang="zh-CN" dirty="0"/>
              <a:t>income,</a:t>
            </a:r>
            <a:r>
              <a:rPr lang="zh-CN" altLang="en-US" dirty="0"/>
              <a:t> </a:t>
            </a:r>
            <a:r>
              <a:rPr lang="en-US" altLang="zh-CN" dirty="0"/>
              <a:t>education</a:t>
            </a:r>
            <a:r>
              <a:rPr lang="zh-CN" altLang="en-US" dirty="0"/>
              <a:t> </a:t>
            </a:r>
            <a:r>
              <a:rPr lang="en-US" altLang="zh-CN" dirty="0"/>
              <a:t>etc..)</a:t>
            </a:r>
          </a:p>
          <a:p>
            <a:pPr marL="645750" lvl="3" indent="-285750">
              <a:spcAft>
                <a:spcPts val="600"/>
              </a:spcAft>
            </a:pPr>
            <a:r>
              <a:rPr lang="en-US" altLang="zh-CN" dirty="0"/>
              <a:t>Geographical information</a:t>
            </a:r>
            <a:r>
              <a:rPr lang="zh-CN" altLang="en-US" dirty="0"/>
              <a:t> </a:t>
            </a:r>
            <a:r>
              <a:rPr lang="en-US" altLang="zh-CN" dirty="0"/>
              <a:t>(region,</a:t>
            </a:r>
            <a:r>
              <a:rPr lang="zh-CN" altLang="en-US" dirty="0"/>
              <a:t> </a:t>
            </a:r>
            <a:r>
              <a:rPr lang="en-US" altLang="zh-CN" dirty="0"/>
              <a:t>city,</a:t>
            </a:r>
            <a:r>
              <a:rPr lang="zh-CN" altLang="en-US" dirty="0"/>
              <a:t> </a:t>
            </a:r>
            <a:r>
              <a:rPr lang="en-US" altLang="zh-CN" dirty="0"/>
              <a:t>country)</a:t>
            </a:r>
          </a:p>
          <a:p>
            <a:pPr marL="645750" lvl="3" indent="-285750">
              <a:spcAft>
                <a:spcPts val="600"/>
              </a:spcAft>
            </a:pPr>
            <a:r>
              <a:rPr lang="en-US" altLang="zh-CN" dirty="0"/>
              <a:t>Psychographics</a:t>
            </a:r>
            <a:r>
              <a:rPr lang="zh-CN" altLang="en-US" dirty="0"/>
              <a:t> </a:t>
            </a:r>
            <a:r>
              <a:rPr lang="en-US" altLang="zh-CN" dirty="0"/>
              <a:t>(lifestyle,</a:t>
            </a:r>
            <a:r>
              <a:rPr lang="zh-CN" altLang="en-US" dirty="0"/>
              <a:t> </a:t>
            </a:r>
            <a:r>
              <a:rPr lang="en-US" altLang="zh-CN" dirty="0"/>
              <a:t>values,</a:t>
            </a:r>
            <a:r>
              <a:rPr lang="zh-CN" altLang="en-US" dirty="0"/>
              <a:t> </a:t>
            </a:r>
            <a:r>
              <a:rPr lang="en-US" altLang="zh-CN" dirty="0"/>
              <a:t>personality)</a:t>
            </a:r>
          </a:p>
          <a:p>
            <a:pPr marL="645750" lvl="3" indent="-285750">
              <a:spcAft>
                <a:spcPts val="600"/>
              </a:spcAft>
            </a:pPr>
            <a:r>
              <a:rPr lang="en-US" altLang="zh-CN" dirty="0" err="1"/>
              <a:t>Behavioural</a:t>
            </a:r>
            <a:r>
              <a:rPr lang="en-US" altLang="zh-CN" dirty="0"/>
              <a:t> data</a:t>
            </a:r>
            <a:r>
              <a:rPr lang="zh-CN" altLang="en-US" dirty="0"/>
              <a:t> </a:t>
            </a:r>
            <a:r>
              <a:rPr lang="en-US" altLang="zh-CN" dirty="0"/>
              <a:t>(</a:t>
            </a:r>
            <a:r>
              <a:rPr lang="en-US" altLang="zh-CN" dirty="0">
                <a:hlinkClick r:id="" action="ppaction://hlinkshowjump?jump=nextslide"/>
              </a:rPr>
              <a:t>RFM</a:t>
            </a:r>
            <a:r>
              <a:rPr lang="en-US" altLang="zh-CN" dirty="0"/>
              <a:t>,</a:t>
            </a:r>
            <a:r>
              <a:rPr lang="zh-CN" altLang="en-US" dirty="0"/>
              <a:t> </a:t>
            </a:r>
            <a:r>
              <a:rPr lang="en-US" altLang="zh-CN" dirty="0"/>
              <a:t>product</a:t>
            </a:r>
            <a:r>
              <a:rPr lang="zh-CN" altLang="en-US" dirty="0"/>
              <a:t> </a:t>
            </a:r>
            <a:r>
              <a:rPr lang="en-US" altLang="zh-CN" dirty="0"/>
              <a:t>usage)</a:t>
            </a:r>
          </a:p>
          <a:p>
            <a:pPr marL="457200" indent="-457200">
              <a:lnSpc>
                <a:spcPct val="100000"/>
              </a:lnSpc>
              <a:spcAft>
                <a:spcPts val="600"/>
              </a:spcAft>
              <a:buFont typeface="Wingdings" panose="05000000000000000000" pitchFamily="2" charset="2"/>
              <a:buChar char="v"/>
            </a:pPr>
            <a:endParaRPr lang="en-GB" sz="2800" dirty="0"/>
          </a:p>
          <a:p>
            <a:pPr marL="457200" indent="-457200">
              <a:lnSpc>
                <a:spcPct val="100000"/>
              </a:lnSpc>
              <a:spcAft>
                <a:spcPts val="600"/>
              </a:spcAft>
              <a:buFont typeface="Wingdings" panose="05000000000000000000" pitchFamily="2" charset="2"/>
              <a:buChar char="v"/>
            </a:pPr>
            <a:endParaRPr lang="en-GB" dirty="0"/>
          </a:p>
        </p:txBody>
      </p:sp>
    </p:spTree>
    <p:extLst>
      <p:ext uri="{BB962C8B-B14F-4D97-AF65-F5344CB8AC3E}">
        <p14:creationId xmlns:p14="http://schemas.microsoft.com/office/powerpoint/2010/main" val="2862274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E795C5-F43B-9FD8-0D1B-CD818031A83A}"/>
              </a:ext>
            </a:extLst>
          </p:cNvPr>
          <p:cNvSpPr>
            <a:spLocks noGrp="1"/>
          </p:cNvSpPr>
          <p:nvPr>
            <p:ph idx="1"/>
          </p:nvPr>
        </p:nvSpPr>
        <p:spPr>
          <a:xfrm>
            <a:off x="515543" y="1595675"/>
            <a:ext cx="10193141" cy="4126442"/>
          </a:xfrm>
        </p:spPr>
        <p:txBody>
          <a:bodyPr/>
          <a:lstStyle/>
          <a:p>
            <a:pPr>
              <a:lnSpc>
                <a:spcPct val="100000"/>
              </a:lnSpc>
              <a:spcBef>
                <a:spcPts val="600"/>
              </a:spcBef>
              <a:spcAft>
                <a:spcPts val="600"/>
              </a:spcAft>
            </a:pPr>
            <a:r>
              <a:rPr lang="en-US" altLang="zh-CN" sz="3200" dirty="0"/>
              <a:t>Steps:</a:t>
            </a:r>
            <a:r>
              <a:rPr lang="zh-CN" altLang="en-US" sz="3200" dirty="0"/>
              <a:t> </a:t>
            </a:r>
            <a:endParaRPr lang="en-AU" altLang="zh-CN" sz="3200" dirty="0"/>
          </a:p>
          <a:p>
            <a:pPr>
              <a:lnSpc>
                <a:spcPct val="100000"/>
              </a:lnSpc>
              <a:spcBef>
                <a:spcPts val="600"/>
              </a:spcBef>
              <a:spcAft>
                <a:spcPts val="600"/>
              </a:spcAft>
            </a:pPr>
            <a:r>
              <a:rPr lang="en-US" altLang="zh-CN" sz="3200" dirty="0"/>
              <a:t>1.</a:t>
            </a:r>
            <a:r>
              <a:rPr lang="zh-CN" altLang="en-US" sz="3200" dirty="0"/>
              <a:t> </a:t>
            </a:r>
            <a:r>
              <a:rPr lang="en-US" altLang="zh-CN" sz="3200" dirty="0">
                <a:hlinkClick r:id="" action="ppaction://noaction"/>
              </a:rPr>
              <a:t>Filter</a:t>
            </a:r>
            <a:r>
              <a:rPr lang="zh-CN" altLang="en-US" sz="3200" dirty="0">
                <a:hlinkClick r:id="" action="ppaction://noaction"/>
              </a:rPr>
              <a:t> </a:t>
            </a:r>
            <a:r>
              <a:rPr lang="en-US" altLang="zh-CN" sz="3200" dirty="0">
                <a:hlinkClick r:id="" action="ppaction://noaction"/>
              </a:rPr>
              <a:t>the</a:t>
            </a:r>
            <a:r>
              <a:rPr lang="zh-CN" altLang="en-US" sz="3200" dirty="0">
                <a:hlinkClick r:id="" action="ppaction://noaction"/>
              </a:rPr>
              <a:t> </a:t>
            </a:r>
            <a:r>
              <a:rPr lang="en-US" altLang="zh-CN" sz="3200" dirty="0">
                <a:hlinkClick r:id="" action="ppaction://noaction"/>
              </a:rPr>
              <a:t>dataset</a:t>
            </a:r>
            <a:r>
              <a:rPr lang="zh-CN" altLang="en-US" sz="3200" dirty="0">
                <a:hlinkClick r:id="" action="ppaction://noaction"/>
              </a:rPr>
              <a:t> </a:t>
            </a:r>
            <a:endParaRPr lang="en-US" altLang="zh-CN" sz="3200" dirty="0"/>
          </a:p>
          <a:p>
            <a:pPr>
              <a:lnSpc>
                <a:spcPct val="100000"/>
              </a:lnSpc>
              <a:spcBef>
                <a:spcPts val="600"/>
              </a:spcBef>
              <a:spcAft>
                <a:spcPts val="600"/>
              </a:spcAft>
            </a:pPr>
            <a:r>
              <a:rPr lang="en-US" altLang="zh-CN" sz="3200" dirty="0"/>
              <a:t>2.</a:t>
            </a:r>
            <a:r>
              <a:rPr lang="zh-CN" altLang="en-US" sz="3200" dirty="0"/>
              <a:t> </a:t>
            </a:r>
            <a:r>
              <a:rPr lang="en-AU" altLang="zh-CN" sz="3200" dirty="0">
                <a:hlinkClick r:id="" action="ppaction://noaction"/>
              </a:rPr>
              <a:t>Exam</a:t>
            </a:r>
            <a:r>
              <a:rPr lang="zh-CN" altLang="en-US" sz="3200" dirty="0">
                <a:hlinkClick r:id="" action="ppaction://noaction"/>
              </a:rPr>
              <a:t> </a:t>
            </a:r>
            <a:r>
              <a:rPr lang="en-US" altLang="zh-CN" sz="3200" dirty="0">
                <a:hlinkClick r:id="" action="ppaction://noaction"/>
              </a:rPr>
              <a:t>the</a:t>
            </a:r>
            <a:r>
              <a:rPr lang="zh-CN" altLang="en-US" sz="3200" dirty="0">
                <a:hlinkClick r:id="" action="ppaction://noaction"/>
              </a:rPr>
              <a:t> </a:t>
            </a:r>
            <a:r>
              <a:rPr lang="en-US" altLang="zh-CN" sz="3200" dirty="0">
                <a:hlinkClick r:id="" action="ppaction://noaction"/>
              </a:rPr>
              <a:t>dataset</a:t>
            </a:r>
            <a:r>
              <a:rPr lang="zh-CN" altLang="en-US" sz="3200" dirty="0">
                <a:hlinkClick r:id="" action="ppaction://noaction"/>
              </a:rPr>
              <a:t> </a:t>
            </a:r>
            <a:r>
              <a:rPr lang="en-US" altLang="zh-CN" sz="3200" dirty="0"/>
              <a:t>(data</a:t>
            </a:r>
            <a:r>
              <a:rPr lang="zh-CN" altLang="en-US" sz="3200" dirty="0"/>
              <a:t> </a:t>
            </a:r>
            <a:r>
              <a:rPr lang="en-US" altLang="zh-CN" sz="3200" dirty="0"/>
              <a:t>cleaning</a:t>
            </a:r>
            <a:r>
              <a:rPr lang="zh-CN" altLang="en-US" sz="3200" dirty="0"/>
              <a:t> </a:t>
            </a:r>
            <a:r>
              <a:rPr lang="en-US" altLang="zh-CN" sz="3200" dirty="0"/>
              <a:t>is</a:t>
            </a:r>
            <a:r>
              <a:rPr lang="zh-CN" altLang="en-US" sz="3200" dirty="0"/>
              <a:t> </a:t>
            </a:r>
            <a:r>
              <a:rPr lang="en-US" altLang="zh-CN" sz="3200" dirty="0"/>
              <a:t>necessary</a:t>
            </a:r>
            <a:r>
              <a:rPr lang="zh-CN" altLang="en-US" sz="3200" dirty="0"/>
              <a:t> </a:t>
            </a:r>
            <a:r>
              <a:rPr lang="en-US" altLang="zh-CN" sz="3200" dirty="0"/>
              <a:t>!!!)</a:t>
            </a:r>
          </a:p>
          <a:p>
            <a:pPr>
              <a:lnSpc>
                <a:spcPct val="100000"/>
              </a:lnSpc>
              <a:spcBef>
                <a:spcPts val="600"/>
              </a:spcBef>
              <a:spcAft>
                <a:spcPts val="600"/>
              </a:spcAft>
            </a:pPr>
            <a:r>
              <a:rPr lang="en-US" altLang="zh-CN" sz="3200" dirty="0"/>
              <a:t>3.</a:t>
            </a:r>
            <a:r>
              <a:rPr lang="zh-CN" altLang="en-US" sz="3200" dirty="0"/>
              <a:t> </a:t>
            </a:r>
            <a:r>
              <a:rPr lang="en-US" altLang="zh-CN" sz="3200" dirty="0">
                <a:hlinkClick r:id="" action="ppaction://noaction"/>
              </a:rPr>
              <a:t>Summarize</a:t>
            </a:r>
            <a:r>
              <a:rPr lang="zh-CN" altLang="en-US" sz="3200" dirty="0">
                <a:hlinkClick r:id="" action="ppaction://noaction"/>
              </a:rPr>
              <a:t> </a:t>
            </a:r>
            <a:r>
              <a:rPr lang="en-US" altLang="zh-CN" sz="3200" dirty="0">
                <a:hlinkClick r:id="" action="ppaction://noaction"/>
              </a:rPr>
              <a:t>the</a:t>
            </a:r>
            <a:r>
              <a:rPr lang="zh-CN" altLang="en-US" sz="3200" dirty="0">
                <a:hlinkClick r:id="" action="ppaction://noaction"/>
              </a:rPr>
              <a:t> </a:t>
            </a:r>
            <a:r>
              <a:rPr lang="en-US" altLang="zh-CN" sz="3200" dirty="0">
                <a:hlinkClick r:id="" action="ppaction://noaction"/>
              </a:rPr>
              <a:t>dataset</a:t>
            </a:r>
            <a:endParaRPr lang="en-US" altLang="zh-CN" sz="3200" dirty="0"/>
          </a:p>
          <a:p>
            <a:pPr>
              <a:lnSpc>
                <a:spcPct val="100000"/>
              </a:lnSpc>
              <a:spcBef>
                <a:spcPts val="600"/>
              </a:spcBef>
              <a:spcAft>
                <a:spcPts val="600"/>
              </a:spcAft>
            </a:pPr>
            <a:r>
              <a:rPr lang="en-US" altLang="zh-CN" sz="3200" dirty="0"/>
              <a:t>4.</a:t>
            </a:r>
            <a:r>
              <a:rPr lang="zh-CN" altLang="en-US" sz="3200" dirty="0"/>
              <a:t> </a:t>
            </a:r>
            <a:r>
              <a:rPr lang="en-US" altLang="zh-CN" sz="3200" dirty="0">
                <a:hlinkClick r:id="" action="ppaction://noaction"/>
              </a:rPr>
              <a:t>Put</a:t>
            </a:r>
            <a:r>
              <a:rPr lang="zh-CN" altLang="en-US" sz="3200" dirty="0">
                <a:hlinkClick r:id="" action="ppaction://noaction"/>
              </a:rPr>
              <a:t> </a:t>
            </a:r>
            <a:r>
              <a:rPr lang="en-US" altLang="zh-CN" sz="3200" dirty="0">
                <a:hlinkClick r:id="" action="ppaction://noaction"/>
              </a:rPr>
              <a:t>together</a:t>
            </a:r>
            <a:r>
              <a:rPr lang="zh-CN" altLang="en-US" sz="3200" dirty="0">
                <a:hlinkClick r:id="" action="ppaction://noaction"/>
              </a:rPr>
              <a:t> </a:t>
            </a:r>
            <a:r>
              <a:rPr lang="en-US" altLang="zh-CN" sz="3200" dirty="0">
                <a:hlinkClick r:id="" action="ppaction://noaction"/>
              </a:rPr>
              <a:t>the</a:t>
            </a:r>
            <a:r>
              <a:rPr lang="zh-CN" altLang="en-US" sz="3200" dirty="0">
                <a:hlinkClick r:id="" action="ppaction://noaction"/>
              </a:rPr>
              <a:t> </a:t>
            </a:r>
            <a:r>
              <a:rPr lang="en-US" altLang="zh-CN" sz="3200" dirty="0">
                <a:hlinkClick r:id="" action="ppaction://noaction"/>
              </a:rPr>
              <a:t>RFM</a:t>
            </a:r>
            <a:r>
              <a:rPr lang="zh-CN" altLang="en-US" sz="3200" dirty="0">
                <a:hlinkClick r:id="" action="ppaction://noaction"/>
              </a:rPr>
              <a:t> </a:t>
            </a:r>
            <a:r>
              <a:rPr lang="en-US" altLang="zh-CN" sz="3200" dirty="0">
                <a:hlinkClick r:id="" action="ppaction://noaction"/>
              </a:rPr>
              <a:t>Report</a:t>
            </a:r>
            <a:endParaRPr lang="en-US" altLang="zh-CN" sz="3200" dirty="0"/>
          </a:p>
          <a:p>
            <a:pPr>
              <a:lnSpc>
                <a:spcPct val="100000"/>
              </a:lnSpc>
              <a:spcBef>
                <a:spcPts val="600"/>
              </a:spcBef>
              <a:spcAft>
                <a:spcPts val="600"/>
              </a:spcAft>
            </a:pPr>
            <a:r>
              <a:rPr lang="en-US" altLang="zh-CN" sz="3200" dirty="0"/>
              <a:t>5.</a:t>
            </a:r>
            <a:r>
              <a:rPr lang="zh-CN" altLang="en-US" sz="3200" dirty="0"/>
              <a:t> </a:t>
            </a:r>
            <a:r>
              <a:rPr lang="en-US" altLang="zh-CN" sz="3200" dirty="0">
                <a:hlinkClick r:id="rId3" action="ppaction://hlinksldjump"/>
              </a:rPr>
              <a:t>Interpreting</a:t>
            </a:r>
            <a:r>
              <a:rPr lang="zh-CN" altLang="en-US" sz="3200" dirty="0">
                <a:hlinkClick r:id="rId3" action="ppaction://hlinksldjump"/>
              </a:rPr>
              <a:t> </a:t>
            </a:r>
            <a:r>
              <a:rPr lang="en-US" altLang="zh-CN" sz="3200" dirty="0">
                <a:hlinkClick r:id="rId3" action="ppaction://hlinksldjump"/>
              </a:rPr>
              <a:t>the</a:t>
            </a:r>
            <a:r>
              <a:rPr lang="zh-CN" altLang="en-US" sz="3200" dirty="0">
                <a:hlinkClick r:id="rId3" action="ppaction://hlinksldjump"/>
              </a:rPr>
              <a:t> </a:t>
            </a:r>
            <a:r>
              <a:rPr lang="en-US" altLang="zh-CN" sz="3200" dirty="0">
                <a:hlinkClick r:id="rId3" action="ppaction://hlinksldjump"/>
              </a:rPr>
              <a:t>results</a:t>
            </a:r>
            <a:endParaRPr lang="en-US" altLang="zh-CN" sz="3200" dirty="0"/>
          </a:p>
          <a:p>
            <a:pPr algn="r">
              <a:lnSpc>
                <a:spcPct val="100000"/>
              </a:lnSpc>
              <a:spcBef>
                <a:spcPts val="600"/>
              </a:spcBef>
              <a:spcAft>
                <a:spcPts val="600"/>
              </a:spcAft>
            </a:pPr>
            <a:r>
              <a:rPr lang="en-US" altLang="zh-CN" sz="2000" dirty="0"/>
              <a:t>Note:</a:t>
            </a:r>
            <a:r>
              <a:rPr lang="zh-CN" altLang="en-US" sz="2000" dirty="0"/>
              <a:t> </a:t>
            </a:r>
            <a:r>
              <a:rPr lang="en-US" altLang="zh-CN" sz="2000" dirty="0"/>
              <a:t>Detailed</a:t>
            </a:r>
            <a:r>
              <a:rPr lang="zh-CN" altLang="en-US" sz="2000" dirty="0"/>
              <a:t> </a:t>
            </a:r>
            <a:r>
              <a:rPr lang="en-US" altLang="zh-CN" sz="2000" dirty="0"/>
              <a:t>instructions</a:t>
            </a:r>
            <a:r>
              <a:rPr lang="zh-CN" altLang="en-US" sz="2000" dirty="0"/>
              <a:t> </a:t>
            </a:r>
            <a:r>
              <a:rPr lang="en-US" altLang="zh-CN" sz="2000" dirty="0"/>
              <a:t>will</a:t>
            </a:r>
            <a:r>
              <a:rPr lang="zh-CN" altLang="en-US" sz="2000" dirty="0"/>
              <a:t> </a:t>
            </a:r>
            <a:r>
              <a:rPr lang="en-US" altLang="zh-CN" sz="2000" dirty="0"/>
              <a:t>be</a:t>
            </a:r>
            <a:r>
              <a:rPr lang="zh-CN" altLang="en-US" sz="2000" dirty="0"/>
              <a:t> </a:t>
            </a:r>
            <a:r>
              <a:rPr lang="en-US" altLang="zh-CN" sz="2000" dirty="0"/>
              <a:t>shared</a:t>
            </a:r>
            <a:r>
              <a:rPr lang="zh-CN" altLang="en-US" sz="2000" dirty="0"/>
              <a:t> </a:t>
            </a:r>
            <a:r>
              <a:rPr lang="en-US" altLang="zh-CN" sz="2000" dirty="0"/>
              <a:t>at</a:t>
            </a:r>
            <a:r>
              <a:rPr lang="zh-CN" altLang="en-US" sz="2000" dirty="0"/>
              <a:t> </a:t>
            </a:r>
            <a:r>
              <a:rPr lang="en-US" altLang="zh-CN" sz="2000" dirty="0"/>
              <a:t>Lab</a:t>
            </a:r>
            <a:r>
              <a:rPr lang="zh-CN" altLang="en-US" sz="2000" dirty="0"/>
              <a:t> </a:t>
            </a:r>
            <a:r>
              <a:rPr lang="en-US" altLang="zh-CN" sz="2000" dirty="0"/>
              <a:t>4</a:t>
            </a:r>
            <a:endParaRPr lang="en-US" sz="2000" dirty="0"/>
          </a:p>
        </p:txBody>
      </p:sp>
      <p:sp>
        <p:nvSpPr>
          <p:cNvPr id="4" name="Footer Placeholder 3">
            <a:extLst>
              <a:ext uri="{FF2B5EF4-FFF2-40B4-BE49-F238E27FC236}">
                <a16:creationId xmlns:a16="http://schemas.microsoft.com/office/drawing/2014/main" id="{7199A1BF-050B-DBBA-E43A-A47B966D02CE}"/>
              </a:ext>
            </a:extLst>
          </p:cNvPr>
          <p:cNvSpPr>
            <a:spLocks noGrp="1"/>
          </p:cNvSpPr>
          <p:nvPr>
            <p:ph type="ftr" sz="quarter" idx="11"/>
          </p:nvPr>
        </p:nvSpPr>
        <p:spPr/>
        <p:txBody>
          <a:bodyPr/>
          <a:lstStyle/>
          <a:p>
            <a:r>
              <a:rPr lang="en-GB"/>
              <a:t>by </a:t>
            </a:r>
            <a:r>
              <a:rPr lang="en-US" altLang="zh-CN"/>
              <a:t>Bingqing</a:t>
            </a:r>
            <a:r>
              <a:rPr lang="zh-CN" altLang="en-US"/>
              <a:t> </a:t>
            </a:r>
            <a:r>
              <a:rPr lang="en-US" altLang="zh-CN"/>
              <a:t>Xiong</a:t>
            </a:r>
            <a:endParaRPr lang="en-GB" dirty="0"/>
          </a:p>
        </p:txBody>
      </p:sp>
      <p:sp>
        <p:nvSpPr>
          <p:cNvPr id="5" name="Slide Number Placeholder 4">
            <a:extLst>
              <a:ext uri="{FF2B5EF4-FFF2-40B4-BE49-F238E27FC236}">
                <a16:creationId xmlns:a16="http://schemas.microsoft.com/office/drawing/2014/main" id="{A0CE44E0-7267-944C-4373-C7572369AD26}"/>
              </a:ext>
            </a:extLst>
          </p:cNvPr>
          <p:cNvSpPr>
            <a:spLocks noGrp="1"/>
          </p:cNvSpPr>
          <p:nvPr>
            <p:ph type="sldNum" sz="quarter" idx="12"/>
          </p:nvPr>
        </p:nvSpPr>
        <p:spPr/>
        <p:txBody>
          <a:bodyPr/>
          <a:lstStyle/>
          <a:p>
            <a:fld id="{94484FCA-34D3-4F38-8D17-26869140C344}" type="slidenum">
              <a:rPr lang="en-GB" smtClean="0"/>
              <a:t>23</a:t>
            </a:fld>
            <a:endParaRPr lang="en-GB"/>
          </a:p>
        </p:txBody>
      </p:sp>
      <p:sp>
        <p:nvSpPr>
          <p:cNvPr id="6" name="标题 1">
            <a:extLst>
              <a:ext uri="{FF2B5EF4-FFF2-40B4-BE49-F238E27FC236}">
                <a16:creationId xmlns:a16="http://schemas.microsoft.com/office/drawing/2014/main" id="{2560E18C-D3AB-C018-BC58-774F091029BC}"/>
              </a:ext>
            </a:extLst>
          </p:cNvPr>
          <p:cNvSpPr txBox="1">
            <a:spLocks/>
          </p:cNvSpPr>
          <p:nvPr/>
        </p:nvSpPr>
        <p:spPr>
          <a:xfrm>
            <a:off x="491187" y="178398"/>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Segmentation Using RFM</a:t>
            </a:r>
          </a:p>
        </p:txBody>
      </p:sp>
    </p:spTree>
    <p:extLst>
      <p:ext uri="{BB962C8B-B14F-4D97-AF65-F5344CB8AC3E}">
        <p14:creationId xmlns:p14="http://schemas.microsoft.com/office/powerpoint/2010/main" val="41097124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a:extLst>
              <a:ext uri="{FF2B5EF4-FFF2-40B4-BE49-F238E27FC236}">
                <a16:creationId xmlns:a16="http://schemas.microsoft.com/office/drawing/2014/main" id="{E420361F-0EA8-4038-BBD2-7737D7FA2A42}"/>
              </a:ext>
            </a:extLst>
          </p:cNvPr>
          <p:cNvSpPr txBox="1">
            <a:spLocks/>
          </p:cNvSpPr>
          <p:nvPr/>
        </p:nvSpPr>
        <p:spPr>
          <a:xfrm>
            <a:off x="484011" y="293191"/>
            <a:ext cx="6643620" cy="12073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Segmentation Using RFM</a:t>
            </a:r>
          </a:p>
        </p:txBody>
      </p:sp>
      <p:sp>
        <p:nvSpPr>
          <p:cNvPr id="13" name="内容占位符 2">
            <a:extLst>
              <a:ext uri="{FF2B5EF4-FFF2-40B4-BE49-F238E27FC236}">
                <a16:creationId xmlns:a16="http://schemas.microsoft.com/office/drawing/2014/main" id="{E82C6145-AD52-49D7-BDC6-78D98E779E6B}"/>
              </a:ext>
            </a:extLst>
          </p:cNvPr>
          <p:cNvSpPr>
            <a:spLocks noGrp="1"/>
          </p:cNvSpPr>
          <p:nvPr>
            <p:ph idx="1"/>
          </p:nvPr>
        </p:nvSpPr>
        <p:spPr>
          <a:xfrm>
            <a:off x="838199" y="1817534"/>
            <a:ext cx="10427035" cy="4351338"/>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solidFill>
                  <a:schemeClr val="tx1"/>
                </a:solidFill>
              </a:rPr>
              <a:t>Interpreting the results</a:t>
            </a:r>
          </a:p>
          <a:p>
            <a:pPr marL="465750" lvl="2" indent="-285750">
              <a:spcAft>
                <a:spcPts val="600"/>
              </a:spcAft>
            </a:pPr>
            <a:r>
              <a:rPr lang="en-US" altLang="zh-CN" sz="2400" dirty="0"/>
              <a:t>Look at recency, frequency and monetary separately</a:t>
            </a:r>
          </a:p>
          <a:p>
            <a:pPr marL="1080000" lvl="7" indent="-285750">
              <a:spcAft>
                <a:spcPts val="600"/>
              </a:spcAft>
              <a:buFont typeface="Arial" panose="020B0604020202020204" pitchFamily="34" charset="0"/>
              <a:buChar char="•"/>
            </a:pPr>
            <a:r>
              <a:rPr lang="en-US" dirty="0"/>
              <a:t>X, </a:t>
            </a:r>
            <a:r>
              <a:rPr lang="en-US" dirty="0">
                <a:highlight>
                  <a:srgbClr val="FFFF00"/>
                </a:highlight>
              </a:rPr>
              <a:t>High F,</a:t>
            </a:r>
            <a:r>
              <a:rPr lang="en-US" dirty="0"/>
              <a:t> X: frequent buyers – loyalty </a:t>
            </a:r>
            <a:r>
              <a:rPr lang="en-US" dirty="0" err="1"/>
              <a:t>programmes</a:t>
            </a:r>
            <a:endParaRPr lang="en-US" dirty="0"/>
          </a:p>
          <a:p>
            <a:pPr marL="1080000" lvl="7" indent="-285750">
              <a:spcAft>
                <a:spcPts val="600"/>
              </a:spcAft>
              <a:buFont typeface="Arial" panose="020B0604020202020204" pitchFamily="34" charset="0"/>
              <a:buChar char="•"/>
            </a:pPr>
            <a:r>
              <a:rPr lang="en-US" dirty="0"/>
              <a:t>X, X, </a:t>
            </a:r>
            <a:r>
              <a:rPr lang="en-US" dirty="0">
                <a:highlight>
                  <a:srgbClr val="FFFF00"/>
                </a:highlight>
              </a:rPr>
              <a:t>High M</a:t>
            </a:r>
            <a:r>
              <a:rPr lang="en-US" dirty="0"/>
              <a:t>: highest paying customers – premium offers, luxury products</a:t>
            </a:r>
          </a:p>
          <a:p>
            <a:pPr marL="1080000" lvl="7" indent="-285750">
              <a:spcAft>
                <a:spcPts val="600"/>
              </a:spcAft>
              <a:buFont typeface="Arial" panose="020B0604020202020204" pitchFamily="34" charset="0"/>
              <a:buChar char="•"/>
            </a:pPr>
            <a:r>
              <a:rPr lang="en-US" dirty="0"/>
              <a:t>… …</a:t>
            </a:r>
            <a:endParaRPr lang="en-US" altLang="zh-CN" dirty="0"/>
          </a:p>
          <a:p>
            <a:pPr marL="465750" lvl="2" indent="-285750">
              <a:spcAft>
                <a:spcPts val="600"/>
              </a:spcAft>
            </a:pPr>
            <a:r>
              <a:rPr lang="en-US" altLang="zh-CN" sz="2400" dirty="0"/>
              <a:t>Taking these three aspects together</a:t>
            </a:r>
          </a:p>
          <a:p>
            <a:pPr marL="1080000" lvl="7" indent="-285750">
              <a:spcAft>
                <a:spcPts val="600"/>
              </a:spcAft>
              <a:buFont typeface="Arial" panose="020B0604020202020204" pitchFamily="34" charset="0"/>
              <a:buChar char="•"/>
            </a:pPr>
            <a:r>
              <a:rPr lang="en-US" altLang="zh-CN" dirty="0"/>
              <a:t> </a:t>
            </a:r>
            <a:r>
              <a:rPr lang="en-US" altLang="zh-CN" dirty="0">
                <a:highlight>
                  <a:srgbClr val="FFFF00"/>
                </a:highlight>
              </a:rPr>
              <a:t>High R, High F, High M</a:t>
            </a:r>
            <a:r>
              <a:rPr lang="en-US" altLang="zh-CN" dirty="0"/>
              <a:t>: highly engaged customers – loyalty program, focusing on value-added offers</a:t>
            </a:r>
          </a:p>
          <a:p>
            <a:pPr marL="1080000" lvl="7" indent="-285750">
              <a:spcAft>
                <a:spcPts val="600"/>
              </a:spcAft>
              <a:buFont typeface="Arial" panose="020B0604020202020204" pitchFamily="34" charset="0"/>
              <a:buChar char="•"/>
            </a:pPr>
            <a:r>
              <a:rPr lang="en-US" altLang="zh-CN" dirty="0"/>
              <a:t>… …</a:t>
            </a:r>
          </a:p>
        </p:txBody>
      </p:sp>
      <p:sp>
        <p:nvSpPr>
          <p:cNvPr id="2" name="Footer Placeholder 1">
            <a:extLst>
              <a:ext uri="{FF2B5EF4-FFF2-40B4-BE49-F238E27FC236}">
                <a16:creationId xmlns:a16="http://schemas.microsoft.com/office/drawing/2014/main" id="{31C9393D-C4F1-98A3-2596-DCDDDC068856}"/>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3882271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484011" y="293192"/>
            <a:ext cx="6866358" cy="106819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Manual Bivariate Segmentation</a:t>
            </a:r>
            <a:r>
              <a:rPr lang="en-US" altLang="zh-CN" sz="3200" b="1" dirty="0">
                <a:solidFill>
                  <a:schemeClr val="bg1"/>
                </a:solidFill>
              </a:rPr>
              <a:t>/Two-Dimensional</a:t>
            </a:r>
            <a:r>
              <a:rPr lang="zh-CN" altLang="en-US" sz="3200" b="1" dirty="0">
                <a:solidFill>
                  <a:schemeClr val="bg1"/>
                </a:solidFill>
              </a:rPr>
              <a:t> </a:t>
            </a:r>
            <a:r>
              <a:rPr lang="en-US" altLang="zh-CN" sz="3200" b="1" dirty="0">
                <a:solidFill>
                  <a:schemeClr val="bg1"/>
                </a:solidFill>
              </a:rPr>
              <a:t>Segmentation</a:t>
            </a:r>
            <a:r>
              <a:rPr lang="zh-CN" altLang="en-US" sz="3200" b="1" dirty="0">
                <a:solidFill>
                  <a:schemeClr val="bg1"/>
                </a:solidFill>
              </a:rPr>
              <a:t> </a:t>
            </a:r>
            <a:endParaRPr lang="en-US" sz="3200" b="1" dirty="0">
              <a:solidFill>
                <a:schemeClr val="bg1"/>
              </a:solidFill>
            </a:endParaRP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25</a:t>
            </a:fld>
            <a:endParaRPr lang="en-GB" dirty="0"/>
          </a:p>
        </p:txBody>
      </p:sp>
      <p:pic>
        <p:nvPicPr>
          <p:cNvPr id="8" name="Picture 7">
            <a:extLst>
              <a:ext uri="{FF2B5EF4-FFF2-40B4-BE49-F238E27FC236}">
                <a16:creationId xmlns:a16="http://schemas.microsoft.com/office/drawing/2014/main" id="{4131A2CE-DE43-4756-9F56-346676BECE5E}"/>
              </a:ext>
            </a:extLst>
          </p:cNvPr>
          <p:cNvPicPr>
            <a:picLocks noChangeAspect="1"/>
          </p:cNvPicPr>
          <p:nvPr/>
        </p:nvPicPr>
        <p:blipFill>
          <a:blip r:embed="rId3"/>
          <a:stretch>
            <a:fillRect/>
          </a:stretch>
        </p:blipFill>
        <p:spPr>
          <a:xfrm>
            <a:off x="2544776" y="1477656"/>
            <a:ext cx="6638713" cy="4173844"/>
          </a:xfrm>
          <a:prstGeom prst="rect">
            <a:avLst/>
          </a:prstGeom>
        </p:spPr>
      </p:pic>
      <p:sp>
        <p:nvSpPr>
          <p:cNvPr id="9" name="TextBox 8">
            <a:extLst>
              <a:ext uri="{FF2B5EF4-FFF2-40B4-BE49-F238E27FC236}">
                <a16:creationId xmlns:a16="http://schemas.microsoft.com/office/drawing/2014/main" id="{50CD850C-4F54-49CB-ACAD-73FF3FA71B17}"/>
              </a:ext>
            </a:extLst>
          </p:cNvPr>
          <p:cNvSpPr txBox="1"/>
          <p:nvPr/>
        </p:nvSpPr>
        <p:spPr>
          <a:xfrm>
            <a:off x="2620976" y="5932300"/>
            <a:ext cx="5727651" cy="307777"/>
          </a:xfrm>
          <a:prstGeom prst="rect">
            <a:avLst/>
          </a:prstGeom>
          <a:noFill/>
        </p:spPr>
        <p:txBody>
          <a:bodyPr wrap="square" rtlCol="0">
            <a:spAutoFit/>
          </a:bodyPr>
          <a:lstStyle/>
          <a:p>
            <a:r>
              <a:rPr lang="en-US" sz="1400" dirty="0"/>
              <a:t>Source: Andrew Smith (2009) Consumer </a:t>
            </a:r>
            <a:r>
              <a:rPr lang="en-US" sz="1400" dirty="0" err="1"/>
              <a:t>Behaviour</a:t>
            </a:r>
            <a:r>
              <a:rPr lang="en-US" sz="1400" dirty="0"/>
              <a:t> and Analytics, Routledge.</a:t>
            </a:r>
            <a:endParaRPr lang="en-GB" sz="1400" dirty="0"/>
          </a:p>
        </p:txBody>
      </p:sp>
      <p:sp>
        <p:nvSpPr>
          <p:cNvPr id="7" name="Footer Placeholder 1">
            <a:extLst>
              <a:ext uri="{FF2B5EF4-FFF2-40B4-BE49-F238E27FC236}">
                <a16:creationId xmlns:a16="http://schemas.microsoft.com/office/drawing/2014/main" id="{07B9D13C-7196-22F8-CED8-E1607CA50C90}"/>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
        <p:nvSpPr>
          <p:cNvPr id="2" name="TextBox 1">
            <a:extLst>
              <a:ext uri="{FF2B5EF4-FFF2-40B4-BE49-F238E27FC236}">
                <a16:creationId xmlns:a16="http://schemas.microsoft.com/office/drawing/2014/main" id="{5541DF7F-4806-18E9-6058-E7274F679B96}"/>
              </a:ext>
            </a:extLst>
          </p:cNvPr>
          <p:cNvSpPr txBox="1"/>
          <p:nvPr/>
        </p:nvSpPr>
        <p:spPr>
          <a:xfrm>
            <a:off x="242456" y="1860332"/>
            <a:ext cx="2458703" cy="2862322"/>
          </a:xfrm>
          <a:prstGeom prst="rect">
            <a:avLst/>
          </a:prstGeom>
          <a:noFill/>
        </p:spPr>
        <p:txBody>
          <a:bodyPr wrap="square" rtlCol="0">
            <a:spAutoFit/>
          </a:bodyPr>
          <a:lstStyle/>
          <a:p>
            <a:r>
              <a:rPr lang="en-US" altLang="zh-CN" b="1" i="0" dirty="0">
                <a:solidFill>
                  <a:srgbClr val="374151"/>
                </a:solidFill>
                <a:effectLst/>
                <a:latin typeface="Söhne"/>
              </a:rPr>
              <a:t>Pro</a:t>
            </a:r>
            <a:r>
              <a:rPr lang="en-US" altLang="zh-CN" b="0" i="0" dirty="0">
                <a:solidFill>
                  <a:srgbClr val="374151"/>
                </a:solidFill>
                <a:effectLst/>
                <a:latin typeface="Söhne"/>
              </a:rPr>
              <a:t>:</a:t>
            </a:r>
            <a:r>
              <a:rPr lang="zh-CN" altLang="en-US" b="0" i="0" dirty="0">
                <a:solidFill>
                  <a:srgbClr val="374151"/>
                </a:solidFill>
                <a:effectLst/>
                <a:latin typeface="Söhne"/>
              </a:rPr>
              <a:t> </a:t>
            </a:r>
            <a:r>
              <a:rPr lang="en-AU" b="0" i="0" dirty="0">
                <a:solidFill>
                  <a:srgbClr val="374151"/>
                </a:solidFill>
                <a:effectLst/>
                <a:latin typeface="Söhne"/>
              </a:rPr>
              <a:t>a useful technique for businesses that have limited resources or data analysis capabilities</a:t>
            </a:r>
          </a:p>
          <a:p>
            <a:endParaRPr lang="en-AU" dirty="0">
              <a:solidFill>
                <a:srgbClr val="374151"/>
              </a:solidFill>
              <a:latin typeface="Söhne"/>
            </a:endParaRPr>
          </a:p>
          <a:p>
            <a:r>
              <a:rPr lang="en-US" altLang="zh-CN" b="1" i="0" dirty="0">
                <a:solidFill>
                  <a:srgbClr val="374151"/>
                </a:solidFill>
                <a:effectLst/>
                <a:latin typeface="Söhne"/>
              </a:rPr>
              <a:t>Con</a:t>
            </a:r>
            <a:r>
              <a:rPr lang="en-US" altLang="zh-CN" b="0" i="0" dirty="0">
                <a:solidFill>
                  <a:srgbClr val="374151"/>
                </a:solidFill>
                <a:effectLst/>
                <a:latin typeface="Söhne"/>
              </a:rPr>
              <a:t>:</a:t>
            </a:r>
            <a:r>
              <a:rPr lang="zh-CN" altLang="en-US" b="0" i="0" dirty="0">
                <a:solidFill>
                  <a:srgbClr val="374151"/>
                </a:solidFill>
                <a:effectLst/>
                <a:latin typeface="Söhne"/>
              </a:rPr>
              <a:t> </a:t>
            </a:r>
            <a:r>
              <a:rPr lang="en-US" altLang="zh-CN" b="0" i="0" dirty="0">
                <a:solidFill>
                  <a:srgbClr val="374151"/>
                </a:solidFill>
                <a:effectLst/>
                <a:latin typeface="Söhne"/>
              </a:rPr>
              <a:t>less</a:t>
            </a:r>
            <a:r>
              <a:rPr lang="zh-CN" altLang="en-US" b="0" i="0" dirty="0">
                <a:solidFill>
                  <a:srgbClr val="374151"/>
                </a:solidFill>
                <a:effectLst/>
                <a:latin typeface="Söhne"/>
              </a:rPr>
              <a:t> </a:t>
            </a:r>
            <a:r>
              <a:rPr lang="en-US" altLang="zh-CN" b="0" i="0" dirty="0">
                <a:solidFill>
                  <a:srgbClr val="374151"/>
                </a:solidFill>
                <a:effectLst/>
                <a:latin typeface="Söhne"/>
              </a:rPr>
              <a:t>precise</a:t>
            </a:r>
            <a:r>
              <a:rPr lang="zh-CN" altLang="en-US" b="0" i="0" dirty="0">
                <a:solidFill>
                  <a:srgbClr val="374151"/>
                </a:solidFill>
                <a:effectLst/>
                <a:latin typeface="Söhne"/>
              </a:rPr>
              <a:t> </a:t>
            </a:r>
            <a:r>
              <a:rPr lang="en-US" altLang="zh-CN" b="0" i="0" dirty="0">
                <a:solidFill>
                  <a:srgbClr val="374151"/>
                </a:solidFill>
                <a:effectLst/>
                <a:latin typeface="Söhne"/>
              </a:rPr>
              <a:t>than</a:t>
            </a:r>
            <a:r>
              <a:rPr lang="zh-CN" altLang="en-US" b="0" i="0" dirty="0">
                <a:solidFill>
                  <a:srgbClr val="374151"/>
                </a:solidFill>
                <a:effectLst/>
                <a:latin typeface="Söhne"/>
              </a:rPr>
              <a:t> </a:t>
            </a:r>
            <a:r>
              <a:rPr lang="en-US" altLang="zh-CN" b="0" i="0" dirty="0">
                <a:solidFill>
                  <a:srgbClr val="374151"/>
                </a:solidFill>
                <a:effectLst/>
                <a:latin typeface="Söhne"/>
              </a:rPr>
              <a:t>more</a:t>
            </a:r>
            <a:r>
              <a:rPr lang="zh-CN" altLang="en-US" b="0" i="0" dirty="0">
                <a:solidFill>
                  <a:srgbClr val="374151"/>
                </a:solidFill>
                <a:effectLst/>
                <a:latin typeface="Söhne"/>
              </a:rPr>
              <a:t> </a:t>
            </a:r>
            <a:r>
              <a:rPr lang="en-US" altLang="zh-CN" b="0" i="0" dirty="0">
                <a:solidFill>
                  <a:srgbClr val="374151"/>
                </a:solidFill>
                <a:effectLst/>
                <a:latin typeface="Söhne"/>
              </a:rPr>
              <a:t>advanced</a:t>
            </a:r>
            <a:r>
              <a:rPr lang="zh-CN" altLang="en-US" b="0" i="0" dirty="0">
                <a:solidFill>
                  <a:srgbClr val="374151"/>
                </a:solidFill>
                <a:effectLst/>
                <a:latin typeface="Söhne"/>
              </a:rPr>
              <a:t> </a:t>
            </a:r>
            <a:r>
              <a:rPr lang="en-US" altLang="zh-CN" b="0" i="0" dirty="0">
                <a:solidFill>
                  <a:srgbClr val="374151"/>
                </a:solidFill>
                <a:effectLst/>
                <a:latin typeface="Söhne"/>
              </a:rPr>
              <a:t>segmentation</a:t>
            </a:r>
            <a:r>
              <a:rPr lang="zh-CN" altLang="en-US" b="0" i="0" dirty="0">
                <a:solidFill>
                  <a:srgbClr val="374151"/>
                </a:solidFill>
                <a:effectLst/>
                <a:latin typeface="Söhne"/>
              </a:rPr>
              <a:t> </a:t>
            </a:r>
            <a:r>
              <a:rPr lang="en-US" altLang="zh-CN" b="0" i="0" dirty="0">
                <a:solidFill>
                  <a:srgbClr val="374151"/>
                </a:solidFill>
                <a:effectLst/>
                <a:latin typeface="Söhne"/>
              </a:rPr>
              <a:t>methods</a:t>
            </a:r>
            <a:endParaRPr lang="en-AU" b="0" i="0" dirty="0">
              <a:solidFill>
                <a:srgbClr val="374151"/>
              </a:solidFill>
              <a:effectLst/>
              <a:latin typeface="Söhne"/>
            </a:endParaRPr>
          </a:p>
          <a:p>
            <a:endParaRPr lang="en-US" dirty="0"/>
          </a:p>
        </p:txBody>
      </p:sp>
    </p:spTree>
    <p:extLst>
      <p:ext uri="{BB962C8B-B14F-4D97-AF65-F5344CB8AC3E}">
        <p14:creationId xmlns:p14="http://schemas.microsoft.com/office/powerpoint/2010/main" val="22377298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131A2CE-DE43-4756-9F56-346676BECE5E}"/>
              </a:ext>
            </a:extLst>
          </p:cNvPr>
          <p:cNvPicPr>
            <a:picLocks noChangeAspect="1"/>
          </p:cNvPicPr>
          <p:nvPr/>
        </p:nvPicPr>
        <p:blipFill>
          <a:blip r:embed="rId3"/>
          <a:stretch>
            <a:fillRect/>
          </a:stretch>
        </p:blipFill>
        <p:spPr>
          <a:xfrm>
            <a:off x="8450286" y="293191"/>
            <a:ext cx="3507713" cy="2205344"/>
          </a:xfrm>
          <a:prstGeom prst="rect">
            <a:avLst/>
          </a:prstGeom>
        </p:spPr>
      </p:pic>
      <p:sp>
        <p:nvSpPr>
          <p:cNvPr id="4" name="标题 1">
            <a:extLst>
              <a:ext uri="{FF2B5EF4-FFF2-40B4-BE49-F238E27FC236}">
                <a16:creationId xmlns:a16="http://schemas.microsoft.com/office/drawing/2014/main" id="{ADB7FD54-F891-4C7B-963A-F16C1DEA169B}"/>
              </a:ext>
            </a:extLst>
          </p:cNvPr>
          <p:cNvSpPr txBox="1">
            <a:spLocks/>
          </p:cNvSpPr>
          <p:nvPr/>
        </p:nvSpPr>
        <p:spPr>
          <a:xfrm>
            <a:off x="484011" y="293192"/>
            <a:ext cx="6889804" cy="106668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Manual Bivariate Segmentation</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26</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8376600" cy="4538816"/>
          </a:xfrm>
        </p:spPr>
        <p:txBody>
          <a:bodyPr>
            <a:normAutofit fontScale="85000" lnSpcReduction="20000"/>
          </a:bodyPr>
          <a:lstStyle/>
          <a:p>
            <a:pPr marL="457200" indent="-457200">
              <a:lnSpc>
                <a:spcPct val="100000"/>
              </a:lnSpc>
              <a:spcAft>
                <a:spcPts val="600"/>
              </a:spcAft>
              <a:buFont typeface="Wingdings" panose="05000000000000000000" pitchFamily="2" charset="2"/>
              <a:buChar char="v"/>
            </a:pPr>
            <a:r>
              <a:rPr lang="en-US" sz="3500" dirty="0">
                <a:solidFill>
                  <a:schemeClr val="tx1"/>
                </a:solidFill>
              </a:rPr>
              <a:t>A - Composite loyal</a:t>
            </a:r>
          </a:p>
          <a:p>
            <a:pPr marL="702900" lvl="3" indent="-342900">
              <a:spcAft>
                <a:spcPts val="600"/>
              </a:spcAft>
              <a:buFont typeface="Wingdings" pitchFamily="2" charset="2"/>
              <a:buChar char="Ø"/>
            </a:pPr>
            <a:r>
              <a:rPr lang="en-US" sz="2200" dirty="0"/>
              <a:t>Consumers buy the product at relatively high rates of repeat purchase or intensity; positively attached to the product</a:t>
            </a:r>
          </a:p>
          <a:p>
            <a:pPr marL="457200" indent="-457200">
              <a:lnSpc>
                <a:spcPct val="100000"/>
              </a:lnSpc>
              <a:spcAft>
                <a:spcPts val="600"/>
              </a:spcAft>
              <a:buFont typeface="Wingdings" panose="05000000000000000000" pitchFamily="2" charset="2"/>
              <a:buChar char="v"/>
            </a:pPr>
            <a:r>
              <a:rPr lang="en-US" sz="3500" dirty="0">
                <a:solidFill>
                  <a:schemeClr val="tx1"/>
                </a:solidFill>
              </a:rPr>
              <a:t>B - Constrained loyal</a:t>
            </a:r>
          </a:p>
          <a:p>
            <a:pPr marL="702900" lvl="3" indent="-342900">
              <a:spcAft>
                <a:spcPts val="600"/>
              </a:spcAft>
              <a:buFont typeface="Wingdings" pitchFamily="2" charset="2"/>
              <a:buChar char="Ø"/>
            </a:pPr>
            <a:r>
              <a:rPr lang="en-US" altLang="zh-CN" sz="2200" dirty="0"/>
              <a:t>Consumers have p</a:t>
            </a:r>
            <a:r>
              <a:rPr lang="en-US" sz="2200" dirty="0"/>
              <a:t>ositive attachment to the product, but this does not manifest in </a:t>
            </a:r>
            <a:r>
              <a:rPr lang="en-US" sz="2200" dirty="0" err="1"/>
              <a:t>behaviour</a:t>
            </a:r>
            <a:r>
              <a:rPr lang="en-US" sz="2200" dirty="0"/>
              <a:t> and purchase</a:t>
            </a:r>
          </a:p>
          <a:p>
            <a:pPr marL="457200" indent="-457200">
              <a:lnSpc>
                <a:spcPct val="100000"/>
              </a:lnSpc>
              <a:spcAft>
                <a:spcPts val="600"/>
              </a:spcAft>
              <a:buFont typeface="Wingdings" panose="05000000000000000000" pitchFamily="2" charset="2"/>
              <a:buChar char="v"/>
            </a:pPr>
            <a:r>
              <a:rPr lang="en-US" sz="3500" dirty="0">
                <a:solidFill>
                  <a:schemeClr val="tx1"/>
                </a:solidFill>
              </a:rPr>
              <a:t>C - Disloyal</a:t>
            </a:r>
          </a:p>
          <a:p>
            <a:pPr marL="702900" lvl="3" indent="-342900">
              <a:spcAft>
                <a:spcPts val="600"/>
              </a:spcAft>
              <a:buFont typeface="Wingdings" pitchFamily="2" charset="2"/>
              <a:buChar char="Ø"/>
            </a:pPr>
            <a:r>
              <a:rPr lang="en-US" sz="2200" dirty="0"/>
              <a:t>Consumers do not like or buy the product a great deal</a:t>
            </a:r>
          </a:p>
          <a:p>
            <a:pPr marL="457200" indent="-457200">
              <a:lnSpc>
                <a:spcPct val="100000"/>
              </a:lnSpc>
              <a:spcAft>
                <a:spcPts val="600"/>
              </a:spcAft>
              <a:buFont typeface="Wingdings" panose="05000000000000000000" pitchFamily="2" charset="2"/>
              <a:buChar char="v"/>
            </a:pPr>
            <a:r>
              <a:rPr lang="en-US" sz="3500" dirty="0">
                <a:solidFill>
                  <a:schemeClr val="tx1"/>
                </a:solidFill>
              </a:rPr>
              <a:t>D - Specious loyal</a:t>
            </a:r>
          </a:p>
          <a:p>
            <a:pPr marL="702900" lvl="3" indent="-342900">
              <a:spcAft>
                <a:spcPts val="600"/>
              </a:spcAft>
              <a:buFont typeface="Wingdings" pitchFamily="2" charset="2"/>
              <a:buChar char="Ø"/>
            </a:pPr>
            <a:r>
              <a:rPr lang="en-US" sz="2200" dirty="0"/>
              <a:t>Consumers do not like the product or brand buy buys it nonetheless</a:t>
            </a:r>
          </a:p>
          <a:p>
            <a:pPr marL="457200" indent="-457200">
              <a:lnSpc>
                <a:spcPct val="100000"/>
              </a:lnSpc>
              <a:spcAft>
                <a:spcPts val="600"/>
              </a:spcAft>
              <a:buFont typeface="Wingdings" panose="05000000000000000000" pitchFamily="2" charset="2"/>
              <a:buChar char="v"/>
            </a:pPr>
            <a:endParaRPr lang="en-GB" dirty="0">
              <a:solidFill>
                <a:schemeClr val="tx1"/>
              </a:solidFill>
            </a:endParaRPr>
          </a:p>
        </p:txBody>
      </p:sp>
      <p:sp>
        <p:nvSpPr>
          <p:cNvPr id="9" name="TextBox 8">
            <a:extLst>
              <a:ext uri="{FF2B5EF4-FFF2-40B4-BE49-F238E27FC236}">
                <a16:creationId xmlns:a16="http://schemas.microsoft.com/office/drawing/2014/main" id="{50CD850C-4F54-49CB-ACAD-73FF3FA71B17}"/>
              </a:ext>
            </a:extLst>
          </p:cNvPr>
          <p:cNvSpPr txBox="1"/>
          <p:nvPr/>
        </p:nvSpPr>
        <p:spPr>
          <a:xfrm>
            <a:off x="9690100" y="2498535"/>
            <a:ext cx="2743200" cy="415498"/>
          </a:xfrm>
          <a:prstGeom prst="rect">
            <a:avLst/>
          </a:prstGeom>
          <a:noFill/>
        </p:spPr>
        <p:txBody>
          <a:bodyPr wrap="square" rtlCol="0">
            <a:spAutoFit/>
          </a:bodyPr>
          <a:lstStyle/>
          <a:p>
            <a:r>
              <a:rPr lang="en-US" sz="1050" dirty="0"/>
              <a:t>Source: Andrew Smith (2009) Consumer </a:t>
            </a:r>
            <a:r>
              <a:rPr lang="en-US" sz="1050" dirty="0" err="1"/>
              <a:t>Behaviour</a:t>
            </a:r>
            <a:r>
              <a:rPr lang="en-US" sz="1050" dirty="0"/>
              <a:t> and Analytics, Routledge.</a:t>
            </a:r>
            <a:endParaRPr lang="en-GB" sz="1050" dirty="0"/>
          </a:p>
        </p:txBody>
      </p:sp>
      <p:sp>
        <p:nvSpPr>
          <p:cNvPr id="7" name="Footer Placeholder 1">
            <a:extLst>
              <a:ext uri="{FF2B5EF4-FFF2-40B4-BE49-F238E27FC236}">
                <a16:creationId xmlns:a16="http://schemas.microsoft.com/office/drawing/2014/main" id="{F56EAC2B-EA2C-52AA-C18F-866C6C3D6A6D}"/>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1474350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21185-6D0D-3A91-ACC5-EB506764D253}"/>
              </a:ext>
            </a:extLst>
          </p:cNvPr>
          <p:cNvSpPr>
            <a:spLocks noGrp="1"/>
          </p:cNvSpPr>
          <p:nvPr>
            <p:ph type="title"/>
          </p:nvPr>
        </p:nvSpPr>
        <p:spPr/>
        <p:txBody>
          <a:bodyPr/>
          <a:lstStyle/>
          <a:p>
            <a:r>
              <a:rPr lang="en-US" altLang="zh-CN" sz="3200" dirty="0">
                <a:solidFill>
                  <a:schemeClr val="bg2"/>
                </a:solidFill>
              </a:rPr>
              <a:t>Discussion</a:t>
            </a:r>
            <a:endParaRPr lang="en-US" sz="3200" dirty="0">
              <a:solidFill>
                <a:schemeClr val="bg2"/>
              </a:solidFill>
            </a:endParaRPr>
          </a:p>
        </p:txBody>
      </p:sp>
      <p:sp>
        <p:nvSpPr>
          <p:cNvPr id="3" name="Content Placeholder 2">
            <a:extLst>
              <a:ext uri="{FF2B5EF4-FFF2-40B4-BE49-F238E27FC236}">
                <a16:creationId xmlns:a16="http://schemas.microsoft.com/office/drawing/2014/main" id="{90ABC640-5CAE-0FBD-0615-C863E2C6D822}"/>
              </a:ext>
            </a:extLst>
          </p:cNvPr>
          <p:cNvSpPr>
            <a:spLocks noGrp="1"/>
          </p:cNvSpPr>
          <p:nvPr>
            <p:ph idx="1"/>
          </p:nvPr>
        </p:nvSpPr>
        <p:spPr/>
        <p:txBody>
          <a:bodyPr/>
          <a:lstStyle/>
          <a:p>
            <a:r>
              <a:rPr lang="en-US" altLang="zh-CN" dirty="0"/>
              <a:t>Reasons</a:t>
            </a:r>
            <a:r>
              <a:rPr lang="zh-CN" altLang="en-US" dirty="0"/>
              <a:t> </a:t>
            </a:r>
            <a:r>
              <a:rPr lang="en-US" altLang="zh-CN" dirty="0"/>
              <a:t>behind</a:t>
            </a:r>
            <a:r>
              <a:rPr lang="zh-CN" altLang="en-US" dirty="0"/>
              <a:t> </a:t>
            </a:r>
            <a:r>
              <a:rPr lang="en-US" altLang="zh-CN" dirty="0"/>
              <a:t>why</a:t>
            </a:r>
            <a:r>
              <a:rPr lang="zh-CN" altLang="en-US" dirty="0"/>
              <a:t> </a:t>
            </a:r>
            <a:r>
              <a:rPr lang="en-US" altLang="zh-CN" dirty="0"/>
              <a:t>s</a:t>
            </a:r>
            <a:r>
              <a:rPr lang="en-US" dirty="0"/>
              <a:t>pecious loyal</a:t>
            </a:r>
          </a:p>
          <a:p>
            <a:r>
              <a:rPr lang="en-US" dirty="0"/>
              <a:t>	</a:t>
            </a:r>
            <a:r>
              <a:rPr lang="en-US" altLang="zh-CN" sz="2400" dirty="0"/>
              <a:t>Loyalty</a:t>
            </a:r>
            <a:r>
              <a:rPr lang="zh-CN" altLang="en-US" sz="2400" dirty="0"/>
              <a:t> </a:t>
            </a:r>
            <a:r>
              <a:rPr lang="en-US" altLang="zh-CN" sz="2400" dirty="0"/>
              <a:t>Programs/</a:t>
            </a:r>
            <a:r>
              <a:rPr lang="zh-CN" altLang="en-US" sz="2400" dirty="0"/>
              <a:t> </a:t>
            </a:r>
            <a:r>
              <a:rPr lang="en-US" altLang="zh-CN" sz="2400" dirty="0"/>
              <a:t>Social</a:t>
            </a:r>
            <a:r>
              <a:rPr lang="zh-CN" altLang="en-US" sz="2400" dirty="0"/>
              <a:t> </a:t>
            </a:r>
            <a:r>
              <a:rPr lang="en-US" altLang="zh-CN" sz="2400" dirty="0"/>
              <a:t>Pressure/</a:t>
            </a:r>
            <a:r>
              <a:rPr lang="zh-CN" altLang="en-US" sz="2400" dirty="0"/>
              <a:t> </a:t>
            </a:r>
            <a:r>
              <a:rPr lang="en-US" altLang="zh-CN" sz="2400" dirty="0"/>
              <a:t>Limited</a:t>
            </a:r>
            <a:r>
              <a:rPr lang="zh-CN" altLang="en-US" sz="2400" dirty="0"/>
              <a:t> </a:t>
            </a:r>
            <a:r>
              <a:rPr lang="en-US" altLang="zh-CN" sz="2400" dirty="0"/>
              <a:t>options</a:t>
            </a:r>
            <a:r>
              <a:rPr lang="zh-CN" altLang="en-US" sz="2400" dirty="0"/>
              <a:t> </a:t>
            </a:r>
            <a:r>
              <a:rPr lang="en-US" dirty="0"/>
              <a:t>	</a:t>
            </a:r>
          </a:p>
        </p:txBody>
      </p:sp>
      <p:sp>
        <p:nvSpPr>
          <p:cNvPr id="4" name="Footer Placeholder 3">
            <a:extLst>
              <a:ext uri="{FF2B5EF4-FFF2-40B4-BE49-F238E27FC236}">
                <a16:creationId xmlns:a16="http://schemas.microsoft.com/office/drawing/2014/main" id="{68DC773B-4061-7279-6408-21BF049FE823}"/>
              </a:ext>
            </a:extLst>
          </p:cNvPr>
          <p:cNvSpPr>
            <a:spLocks noGrp="1"/>
          </p:cNvSpPr>
          <p:nvPr>
            <p:ph type="ftr" sz="quarter" idx="11"/>
          </p:nvPr>
        </p:nvSpPr>
        <p:spPr/>
        <p:txBody>
          <a:bodyPr/>
          <a:lstStyle/>
          <a:p>
            <a:r>
              <a:rPr lang="en-GB"/>
              <a:t>by </a:t>
            </a:r>
            <a:r>
              <a:rPr lang="en-US" altLang="zh-CN"/>
              <a:t>Bingqing</a:t>
            </a:r>
            <a:r>
              <a:rPr lang="zh-CN" altLang="en-US"/>
              <a:t> </a:t>
            </a:r>
            <a:r>
              <a:rPr lang="en-US" altLang="zh-CN"/>
              <a:t>Xiong</a:t>
            </a:r>
            <a:endParaRPr lang="en-GB" dirty="0"/>
          </a:p>
        </p:txBody>
      </p:sp>
      <p:sp>
        <p:nvSpPr>
          <p:cNvPr id="5" name="Slide Number Placeholder 4">
            <a:extLst>
              <a:ext uri="{FF2B5EF4-FFF2-40B4-BE49-F238E27FC236}">
                <a16:creationId xmlns:a16="http://schemas.microsoft.com/office/drawing/2014/main" id="{5BCF1B90-8DF4-00A2-594F-B0B49E254A8F}"/>
              </a:ext>
            </a:extLst>
          </p:cNvPr>
          <p:cNvSpPr>
            <a:spLocks noGrp="1"/>
          </p:cNvSpPr>
          <p:nvPr>
            <p:ph type="sldNum" sz="quarter" idx="12"/>
          </p:nvPr>
        </p:nvSpPr>
        <p:spPr/>
        <p:txBody>
          <a:bodyPr/>
          <a:lstStyle/>
          <a:p>
            <a:fld id="{94484FCA-34D3-4F38-8D17-26869140C344}" type="slidenum">
              <a:rPr lang="en-GB" smtClean="0"/>
              <a:t>27</a:t>
            </a:fld>
            <a:endParaRPr lang="en-GB"/>
          </a:p>
        </p:txBody>
      </p:sp>
    </p:spTree>
    <p:extLst>
      <p:ext uri="{BB962C8B-B14F-4D97-AF65-F5344CB8AC3E}">
        <p14:creationId xmlns:p14="http://schemas.microsoft.com/office/powerpoint/2010/main" val="291132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id="{ADB7FD54-F891-4C7B-963A-F16C1DEA169B}"/>
              </a:ext>
            </a:extLst>
          </p:cNvPr>
          <p:cNvSpPr txBox="1">
            <a:spLocks/>
          </p:cNvSpPr>
          <p:nvPr/>
        </p:nvSpPr>
        <p:spPr>
          <a:xfrm>
            <a:off x="484011" y="293191"/>
            <a:ext cx="7370451" cy="10315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ln>
                  <a:solidFill>
                    <a:srgbClr val="005480"/>
                  </a:solidFill>
                </a:ln>
                <a:solidFill>
                  <a:schemeClr val="bg2"/>
                </a:solidFill>
              </a:rPr>
              <a:t>Segmentation by Scatter Plot</a:t>
            </a:r>
          </a:p>
        </p:txBody>
      </p:sp>
      <p:sp>
        <p:nvSpPr>
          <p:cNvPr id="5" name="Slide Number Placeholder 4">
            <a:extLst>
              <a:ext uri="{FF2B5EF4-FFF2-40B4-BE49-F238E27FC236}">
                <a16:creationId xmlns:a16="http://schemas.microsoft.com/office/drawing/2014/main" id="{0014E318-0E19-435D-933D-9978632605EC}"/>
              </a:ext>
            </a:extLst>
          </p:cNvPr>
          <p:cNvSpPr>
            <a:spLocks noGrp="1"/>
          </p:cNvSpPr>
          <p:nvPr>
            <p:ph type="sldNum" sz="quarter" idx="12"/>
          </p:nvPr>
        </p:nvSpPr>
        <p:spPr/>
        <p:txBody>
          <a:bodyPr/>
          <a:lstStyle/>
          <a:p>
            <a:fld id="{94484FCA-34D3-4F38-8D17-26869140C344}" type="slidenum">
              <a:rPr lang="en-GB" smtClean="0"/>
              <a:t>28</a:t>
            </a:fld>
            <a:endParaRPr lang="en-GB" dirty="0"/>
          </a:p>
        </p:txBody>
      </p:sp>
      <p:sp>
        <p:nvSpPr>
          <p:cNvPr id="3" name="内容占位符 2">
            <a:extLst>
              <a:ext uri="{FF2B5EF4-FFF2-40B4-BE49-F238E27FC236}">
                <a16:creationId xmlns:a16="http://schemas.microsoft.com/office/drawing/2014/main" id="{4694AB33-69F5-4FB6-B187-0C5A0F9C567B}"/>
              </a:ext>
            </a:extLst>
          </p:cNvPr>
          <p:cNvSpPr>
            <a:spLocks noGrp="1"/>
          </p:cNvSpPr>
          <p:nvPr>
            <p:ph idx="1"/>
          </p:nvPr>
        </p:nvSpPr>
        <p:spPr>
          <a:xfrm>
            <a:off x="838199" y="1817534"/>
            <a:ext cx="8376600" cy="4538816"/>
          </a:xfrm>
        </p:spPr>
        <p:txBody>
          <a:bodyPr>
            <a:normAutofit/>
          </a:bodyPr>
          <a:lstStyle/>
          <a:p>
            <a:pPr marL="457200" indent="-457200">
              <a:lnSpc>
                <a:spcPct val="100000"/>
              </a:lnSpc>
              <a:spcAft>
                <a:spcPts val="600"/>
              </a:spcAft>
              <a:buFont typeface="Wingdings" panose="05000000000000000000" pitchFamily="2" charset="2"/>
              <a:buChar char="v"/>
            </a:pPr>
            <a:r>
              <a:rPr lang="en-US" sz="3200" dirty="0"/>
              <a:t>T-shirt company </a:t>
            </a:r>
            <a:endParaRPr lang="en-GB" sz="3200" dirty="0"/>
          </a:p>
        </p:txBody>
      </p:sp>
      <p:pic>
        <p:nvPicPr>
          <p:cNvPr id="12" name="Picture 11">
            <a:extLst>
              <a:ext uri="{FF2B5EF4-FFF2-40B4-BE49-F238E27FC236}">
                <a16:creationId xmlns:a16="http://schemas.microsoft.com/office/drawing/2014/main" id="{7D13814A-4042-4730-9BA4-56E6E22BB502}"/>
              </a:ext>
            </a:extLst>
          </p:cNvPr>
          <p:cNvPicPr>
            <a:picLocks noChangeAspect="1"/>
          </p:cNvPicPr>
          <p:nvPr/>
        </p:nvPicPr>
        <p:blipFill>
          <a:blip r:embed="rId3"/>
          <a:stretch>
            <a:fillRect/>
          </a:stretch>
        </p:blipFill>
        <p:spPr>
          <a:xfrm>
            <a:off x="2977201" y="2373390"/>
            <a:ext cx="6156960" cy="4081509"/>
          </a:xfrm>
          <a:prstGeom prst="rect">
            <a:avLst/>
          </a:prstGeom>
        </p:spPr>
      </p:pic>
      <p:sp>
        <p:nvSpPr>
          <p:cNvPr id="7" name="Footer Placeholder 1">
            <a:extLst>
              <a:ext uri="{FF2B5EF4-FFF2-40B4-BE49-F238E27FC236}">
                <a16:creationId xmlns:a16="http://schemas.microsoft.com/office/drawing/2014/main" id="{92117C58-F1C0-DD18-3251-AFC4A9878822}"/>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spTree>
    <p:extLst>
      <p:ext uri="{BB962C8B-B14F-4D97-AF65-F5344CB8AC3E}">
        <p14:creationId xmlns:p14="http://schemas.microsoft.com/office/powerpoint/2010/main" val="40096528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a:extLst>
              <a:ext uri="{FF2B5EF4-FFF2-40B4-BE49-F238E27FC236}">
                <a16:creationId xmlns:a16="http://schemas.microsoft.com/office/drawing/2014/main" id="{E420361F-0EA8-4038-BBD2-7737D7FA2A42}"/>
              </a:ext>
            </a:extLst>
          </p:cNvPr>
          <p:cNvSpPr txBox="1">
            <a:spLocks/>
          </p:cNvSpPr>
          <p:nvPr/>
        </p:nvSpPr>
        <p:spPr>
          <a:xfrm>
            <a:off x="120596" y="293192"/>
            <a:ext cx="8320020" cy="879117"/>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3200" b="1" dirty="0">
                <a:solidFill>
                  <a:schemeClr val="bg1"/>
                </a:solidFill>
              </a:rPr>
              <a:t>Clustering Analysis for Segmentation</a:t>
            </a:r>
          </a:p>
        </p:txBody>
      </p:sp>
      <p:sp>
        <p:nvSpPr>
          <p:cNvPr id="13" name="内容占位符 2">
            <a:extLst>
              <a:ext uri="{FF2B5EF4-FFF2-40B4-BE49-F238E27FC236}">
                <a16:creationId xmlns:a16="http://schemas.microsoft.com/office/drawing/2014/main" id="{E82C6145-AD52-49D7-BDC6-78D98E779E6B}"/>
              </a:ext>
            </a:extLst>
          </p:cNvPr>
          <p:cNvSpPr>
            <a:spLocks noGrp="1"/>
          </p:cNvSpPr>
          <p:nvPr>
            <p:ph idx="1"/>
          </p:nvPr>
        </p:nvSpPr>
        <p:spPr>
          <a:xfrm>
            <a:off x="838199" y="1817533"/>
            <a:ext cx="10424161" cy="4747275"/>
          </a:xfrm>
        </p:spPr>
        <p:txBody>
          <a:bodyPr>
            <a:normAutofit/>
          </a:bodyPr>
          <a:lstStyle/>
          <a:p>
            <a:pPr marL="457200" indent="-457200">
              <a:lnSpc>
                <a:spcPct val="100000"/>
              </a:lnSpc>
              <a:spcAft>
                <a:spcPts val="600"/>
              </a:spcAft>
              <a:buFont typeface="Wingdings" panose="05000000000000000000" pitchFamily="2" charset="2"/>
              <a:buChar char="v"/>
            </a:pPr>
            <a:r>
              <a:rPr lang="en-US" sz="2800" dirty="0">
                <a:solidFill>
                  <a:schemeClr val="tx1"/>
                </a:solidFill>
              </a:rPr>
              <a:t>Segment customers to achieve more effective customer marketing via personalization</a:t>
            </a:r>
          </a:p>
          <a:p>
            <a:pPr marL="457200" indent="-457200">
              <a:lnSpc>
                <a:spcPct val="100000"/>
              </a:lnSpc>
              <a:spcAft>
                <a:spcPts val="600"/>
              </a:spcAft>
              <a:buFont typeface="Wingdings" panose="05000000000000000000" pitchFamily="2" charset="2"/>
              <a:buChar char="v"/>
            </a:pPr>
            <a:r>
              <a:rPr lang="en-US" sz="2800" dirty="0">
                <a:solidFill>
                  <a:schemeClr val="tx1"/>
                </a:solidFill>
              </a:rPr>
              <a:t>K-means cluster analysis</a:t>
            </a:r>
          </a:p>
          <a:p>
            <a:pPr marL="720000" lvl="2" indent="-285750">
              <a:spcAft>
                <a:spcPts val="600"/>
              </a:spcAft>
            </a:pPr>
            <a:r>
              <a:rPr lang="en-US" altLang="zh-CN" dirty="0"/>
              <a:t>An unsupervised learning method that partitions the observations into a predefined number of non-overlapping clusters where observations within each cluster has the smallest sum of arithmetic mean</a:t>
            </a:r>
          </a:p>
          <a:p>
            <a:pPr marL="720000" lvl="2" indent="-285750">
              <a:spcAft>
                <a:spcPts val="600"/>
              </a:spcAft>
            </a:pPr>
            <a:r>
              <a:rPr lang="en-US" altLang="zh-CN" dirty="0"/>
              <a:t>Identifies clusters by minimizing the within-cluster difference</a:t>
            </a:r>
          </a:p>
          <a:p>
            <a:pPr marL="720000" lvl="2" indent="-285750">
              <a:spcAft>
                <a:spcPts val="600"/>
              </a:spcAft>
            </a:pPr>
            <a:r>
              <a:rPr lang="en-US" altLang="zh-CN" dirty="0"/>
              <a:t>To decide the number of clusters, can plot different number of clusters and the corresponding total within-cluster sum of squares, and choose the number of clusters where the sum of squares starts to level off</a:t>
            </a:r>
          </a:p>
          <a:p>
            <a:pPr marL="720000" lvl="2" indent="-285750">
              <a:spcAft>
                <a:spcPts val="600"/>
              </a:spcAft>
            </a:pPr>
            <a:r>
              <a:rPr lang="en-US" altLang="zh-CN" dirty="0"/>
              <a:t>Interpret each cluster by considering each cluster’s attributes</a:t>
            </a:r>
          </a:p>
          <a:p>
            <a:pPr marL="457200" indent="-457200">
              <a:lnSpc>
                <a:spcPct val="100000"/>
              </a:lnSpc>
              <a:spcAft>
                <a:spcPts val="600"/>
              </a:spcAft>
              <a:buFont typeface="Wingdings" panose="05000000000000000000" pitchFamily="2" charset="2"/>
              <a:buChar char="v"/>
            </a:pPr>
            <a:endParaRPr lang="en-GB" sz="2800" dirty="0"/>
          </a:p>
          <a:p>
            <a:pPr marL="457200" indent="-457200">
              <a:lnSpc>
                <a:spcPct val="100000"/>
              </a:lnSpc>
              <a:spcAft>
                <a:spcPts val="600"/>
              </a:spcAft>
              <a:buFont typeface="Wingdings" panose="05000000000000000000" pitchFamily="2" charset="2"/>
              <a:buChar char="v"/>
            </a:pPr>
            <a:endParaRPr lang="en-GB" dirty="0"/>
          </a:p>
        </p:txBody>
      </p:sp>
      <p:sp>
        <p:nvSpPr>
          <p:cNvPr id="2" name="Footer Placeholder 1">
            <a:extLst>
              <a:ext uri="{FF2B5EF4-FFF2-40B4-BE49-F238E27FC236}">
                <a16:creationId xmlns:a16="http://schemas.microsoft.com/office/drawing/2014/main" id="{BD99A2E4-FC0A-9906-AE17-B74B6CA06038}"/>
              </a:ext>
            </a:extLst>
          </p:cNvPr>
          <p:cNvSpPr>
            <a:spLocks noGrp="1"/>
          </p:cNvSpPr>
          <p:nvPr>
            <p:ph type="ftr" sz="quarter" idx="11"/>
          </p:nvPr>
        </p:nvSpPr>
        <p:spPr>
          <a:xfrm>
            <a:off x="4038600" y="6356350"/>
            <a:ext cx="4114800" cy="365125"/>
          </a:xfrm>
        </p:spPr>
        <p:txBody>
          <a:bodyPr/>
          <a:lstStyle/>
          <a:p>
            <a:r>
              <a:rPr lang="en-US" altLang="zh-CN" dirty="0"/>
              <a:t>By</a:t>
            </a:r>
            <a:r>
              <a:rPr lang="zh-CN" altLang="en-US" dirty="0"/>
              <a:t> </a:t>
            </a:r>
            <a:r>
              <a:rPr lang="en-US" altLang="zh-CN" dirty="0" err="1"/>
              <a:t>Bingqing</a:t>
            </a:r>
            <a:r>
              <a:rPr lang="zh-CN" altLang="en-US" dirty="0"/>
              <a:t> </a:t>
            </a:r>
            <a:r>
              <a:rPr lang="en-US" altLang="zh-CN" dirty="0" err="1"/>
              <a:t>Xiong</a:t>
            </a:r>
            <a:endParaRPr lang="en-GB" dirty="0"/>
          </a:p>
        </p:txBody>
      </p:sp>
      <p:pic>
        <p:nvPicPr>
          <p:cNvPr id="3" name="Picture 2">
            <a:extLst>
              <a:ext uri="{FF2B5EF4-FFF2-40B4-BE49-F238E27FC236}">
                <a16:creationId xmlns:a16="http://schemas.microsoft.com/office/drawing/2014/main" id="{C218C2B7-4225-76D8-320F-B88FF4D67DF2}"/>
              </a:ext>
            </a:extLst>
          </p:cNvPr>
          <p:cNvPicPr>
            <a:picLocks noChangeAspect="1"/>
          </p:cNvPicPr>
          <p:nvPr/>
        </p:nvPicPr>
        <p:blipFill>
          <a:blip r:embed="rId3"/>
          <a:stretch>
            <a:fillRect/>
          </a:stretch>
        </p:blipFill>
        <p:spPr>
          <a:xfrm>
            <a:off x="4280606" y="3063875"/>
            <a:ext cx="7683500" cy="3657600"/>
          </a:xfrm>
          <a:prstGeom prst="rect">
            <a:avLst/>
          </a:prstGeom>
        </p:spPr>
      </p:pic>
    </p:spTree>
    <p:extLst>
      <p:ext uri="{BB962C8B-B14F-4D97-AF65-F5344CB8AC3E}">
        <p14:creationId xmlns:p14="http://schemas.microsoft.com/office/powerpoint/2010/main" val="761447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1">
            <a:extLst>
              <a:ext uri="{FF2B5EF4-FFF2-40B4-BE49-F238E27FC236}">
                <a16:creationId xmlns:a16="http://schemas.microsoft.com/office/drawing/2014/main" id="{E420361F-0EA8-4038-BBD2-7737D7FA2A42}"/>
              </a:ext>
            </a:extLst>
          </p:cNvPr>
          <p:cNvSpPr txBox="1">
            <a:spLocks/>
          </p:cNvSpPr>
          <p:nvPr/>
        </p:nvSpPr>
        <p:spPr>
          <a:xfrm>
            <a:off x="103537" y="106107"/>
            <a:ext cx="10150122"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76213"/>
            <a:r>
              <a:rPr lang="en-US" sz="4000" b="1" dirty="0">
                <a:ln>
                  <a:solidFill>
                    <a:srgbClr val="005480"/>
                  </a:solidFill>
                </a:ln>
                <a:solidFill>
                  <a:srgbClr val="000F17"/>
                </a:solidFill>
              </a:rPr>
              <a:t>To be continued in the next week …</a:t>
            </a:r>
            <a:endParaRPr lang="en-US" sz="4000" b="1" dirty="0">
              <a:ln>
                <a:solidFill>
                  <a:srgbClr val="005480"/>
                </a:solidFill>
              </a:ln>
            </a:endParaRPr>
          </a:p>
        </p:txBody>
      </p:sp>
      <p:sp>
        <p:nvSpPr>
          <p:cNvPr id="3" name="TextBox 2">
            <a:extLst>
              <a:ext uri="{FF2B5EF4-FFF2-40B4-BE49-F238E27FC236}">
                <a16:creationId xmlns:a16="http://schemas.microsoft.com/office/drawing/2014/main" id="{AAC0E8CF-0F34-FDD5-A8CE-E869FE6B0A73}"/>
              </a:ext>
            </a:extLst>
          </p:cNvPr>
          <p:cNvSpPr txBox="1"/>
          <p:nvPr/>
        </p:nvSpPr>
        <p:spPr>
          <a:xfrm>
            <a:off x="777766" y="2035277"/>
            <a:ext cx="7578934" cy="2333972"/>
          </a:xfrm>
          <a:prstGeom prst="rect">
            <a:avLst/>
          </a:prstGeom>
          <a:noFill/>
        </p:spPr>
        <p:txBody>
          <a:bodyPr wrap="none" rtlCol="0">
            <a:spAutoFit/>
          </a:bodyPr>
          <a:lstStyle/>
          <a:p>
            <a:pPr marL="457200" indent="-457200">
              <a:spcBef>
                <a:spcPts val="1000"/>
              </a:spcBef>
              <a:spcAft>
                <a:spcPts val="600"/>
              </a:spcAft>
              <a:buFont typeface="Wingdings" panose="05000000000000000000" pitchFamily="2" charset="2"/>
              <a:buChar char="v"/>
            </a:pPr>
            <a:r>
              <a:rPr lang="en-US" altLang="zh-CN" sz="3200" dirty="0">
                <a:solidFill>
                  <a:schemeClr val="tx2"/>
                </a:solidFill>
              </a:rPr>
              <a:t>Transaction</a:t>
            </a:r>
            <a:r>
              <a:rPr lang="zh-CN" altLang="en-US" sz="3200" dirty="0">
                <a:solidFill>
                  <a:schemeClr val="tx2"/>
                </a:solidFill>
              </a:rPr>
              <a:t> </a:t>
            </a:r>
            <a:r>
              <a:rPr lang="en-US" altLang="zh-CN" sz="3200" dirty="0">
                <a:solidFill>
                  <a:schemeClr val="tx2"/>
                </a:solidFill>
              </a:rPr>
              <a:t>Data</a:t>
            </a:r>
          </a:p>
          <a:p>
            <a:pPr marL="457200" indent="-457200">
              <a:spcBef>
                <a:spcPts val="1000"/>
              </a:spcBef>
              <a:spcAft>
                <a:spcPts val="600"/>
              </a:spcAft>
              <a:buFont typeface="Wingdings" panose="05000000000000000000" pitchFamily="2" charset="2"/>
              <a:buChar char="v"/>
            </a:pPr>
            <a:r>
              <a:rPr lang="en-US" altLang="zh-CN" sz="3200" dirty="0">
                <a:solidFill>
                  <a:schemeClr val="tx2"/>
                </a:solidFill>
              </a:rPr>
              <a:t>Analysis</a:t>
            </a:r>
            <a:r>
              <a:rPr lang="zh-CN" altLang="en-US" sz="3200" dirty="0">
                <a:solidFill>
                  <a:schemeClr val="tx2"/>
                </a:solidFill>
              </a:rPr>
              <a:t> </a:t>
            </a:r>
            <a:r>
              <a:rPr lang="en-US" altLang="zh-CN" sz="3200" dirty="0">
                <a:solidFill>
                  <a:schemeClr val="tx2"/>
                </a:solidFill>
              </a:rPr>
              <a:t>Levels:</a:t>
            </a:r>
            <a:r>
              <a:rPr lang="zh-CN" altLang="en-US" sz="3200" dirty="0">
                <a:solidFill>
                  <a:schemeClr val="tx2"/>
                </a:solidFill>
              </a:rPr>
              <a:t> </a:t>
            </a:r>
            <a:r>
              <a:rPr lang="en-US" altLang="zh-CN" sz="3200" dirty="0">
                <a:solidFill>
                  <a:schemeClr val="tx2"/>
                </a:solidFill>
              </a:rPr>
              <a:t>Individuals</a:t>
            </a:r>
            <a:r>
              <a:rPr lang="zh-CN" altLang="en-US" sz="3200" dirty="0">
                <a:solidFill>
                  <a:schemeClr val="tx2"/>
                </a:solidFill>
              </a:rPr>
              <a:t> </a:t>
            </a:r>
            <a:r>
              <a:rPr lang="en-US" altLang="zh-CN" sz="3200" dirty="0">
                <a:solidFill>
                  <a:schemeClr val="tx2"/>
                </a:solidFill>
              </a:rPr>
              <a:t>&amp;</a:t>
            </a:r>
            <a:r>
              <a:rPr lang="zh-CN" altLang="en-US" sz="3200" dirty="0">
                <a:solidFill>
                  <a:schemeClr val="tx2"/>
                </a:solidFill>
              </a:rPr>
              <a:t> </a:t>
            </a:r>
            <a:r>
              <a:rPr lang="en-US" altLang="zh-CN" sz="3200" dirty="0">
                <a:solidFill>
                  <a:schemeClr val="tx2"/>
                </a:solidFill>
              </a:rPr>
              <a:t>Aggregation</a:t>
            </a:r>
          </a:p>
          <a:p>
            <a:pPr marL="457200" indent="-457200">
              <a:spcBef>
                <a:spcPts val="1000"/>
              </a:spcBef>
              <a:spcAft>
                <a:spcPts val="600"/>
              </a:spcAft>
              <a:buFont typeface="Wingdings" panose="05000000000000000000" pitchFamily="2" charset="2"/>
              <a:buChar char="v"/>
            </a:pPr>
            <a:r>
              <a:rPr lang="en-US" altLang="zh-CN" sz="3200" dirty="0">
                <a:solidFill>
                  <a:schemeClr val="tx2"/>
                </a:solidFill>
              </a:rPr>
              <a:t>Segmentation</a:t>
            </a:r>
            <a:r>
              <a:rPr lang="zh-CN" altLang="en-US" sz="3200" dirty="0">
                <a:solidFill>
                  <a:schemeClr val="tx2"/>
                </a:solidFill>
              </a:rPr>
              <a:t> </a:t>
            </a:r>
            <a:endParaRPr lang="en-AU" altLang="zh-CN" sz="3200" dirty="0">
              <a:solidFill>
                <a:schemeClr val="tx2"/>
              </a:solidFill>
            </a:endParaRP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893363702"/>
      </p:ext>
    </p:extLst>
  </p:cSld>
  <p:clrMapOvr>
    <a:masterClrMapping/>
  </p:clrMapOvr>
</p:sld>
</file>

<file path=ppt/theme/theme1.xml><?xml version="1.0" encoding="utf-8"?>
<a:theme xmlns:a="http://schemas.openxmlformats.org/drawingml/2006/main" name="Deakin Theme">
  <a:themeElements>
    <a:clrScheme name="DEAKIN TEAL">
      <a:dk1>
        <a:srgbClr val="373636"/>
      </a:dk1>
      <a:lt1>
        <a:sysClr val="window" lastClr="FFFFFF"/>
      </a:lt1>
      <a:dk2>
        <a:srgbClr val="007D9B"/>
      </a:dk2>
      <a:lt2>
        <a:srgbClr val="FFFFFF"/>
      </a:lt2>
      <a:accent1>
        <a:srgbClr val="007D9B"/>
      </a:accent1>
      <a:accent2>
        <a:srgbClr val="FFD923"/>
      </a:accent2>
      <a:accent3>
        <a:srgbClr val="F76919"/>
      </a:accent3>
      <a:accent4>
        <a:srgbClr val="10A991"/>
      </a:accent4>
      <a:accent5>
        <a:srgbClr val="C74298"/>
      </a:accent5>
      <a:accent6>
        <a:srgbClr val="E1E1E1"/>
      </a:accent6>
      <a:hlink>
        <a:srgbClr val="000000"/>
      </a:hlink>
      <a:folHlink>
        <a:srgbClr val="0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akin-PowerPoint-template-16x9 - TEAL" id="{2803509A-1F4F-4770-A261-DF8DA71172D2}" vid="{24FBD767-290B-4BD0-9CCF-F547312D8F0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18912_Deakin-PowerPoint-template-16x9 - TEAL</Template>
  <TotalTime>5806</TotalTime>
  <Words>1761</Words>
  <Application>Microsoft Macintosh PowerPoint</Application>
  <PresentationFormat>Widescreen</PresentationFormat>
  <Paragraphs>294</Paragraphs>
  <Slides>30</Slides>
  <Notes>30</Notes>
  <HiddenSlides>0</HiddenSlides>
  <MMClips>2</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38" baseType="lpstr">
      <vt:lpstr>ＭＳ Ｐゴシック</vt:lpstr>
      <vt:lpstr>Söhne</vt:lpstr>
      <vt:lpstr>Arial</vt:lpstr>
      <vt:lpstr>Calibri</vt:lpstr>
      <vt:lpstr>Calibri Light</vt:lpstr>
      <vt:lpstr>Wingdings</vt:lpstr>
      <vt:lpstr>Deakin Theme</vt:lpstr>
      <vt:lpstr>Equation</vt:lpstr>
      <vt:lpstr>Marketing Analytics</vt:lpstr>
      <vt:lpstr>PowerPoint Presentation</vt:lpstr>
      <vt:lpstr>PowerPoint Presentation</vt:lpstr>
      <vt:lpstr>PowerPoint Presentation</vt:lpstr>
      <vt:lpstr>Live View from Shopify (an e-commerce platform)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Discussion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name or heading here</dc:title>
  <dc:creator>barbara.serra@deakin.edu.au</dc:creator>
  <cp:lastModifiedBy>Bingqing XIONG</cp:lastModifiedBy>
  <cp:revision>282</cp:revision>
  <dcterms:created xsi:type="dcterms:W3CDTF">2017-09-20T01:08:24Z</dcterms:created>
  <dcterms:modified xsi:type="dcterms:W3CDTF">2025-07-16T06:43:53Z</dcterms:modified>
</cp:coreProperties>
</file>