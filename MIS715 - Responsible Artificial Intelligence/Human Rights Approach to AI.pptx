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4"/>
    <p:sldMasterId id="2147483777" r:id="rId5"/>
    <p:sldMasterId id="2147483954" r:id="rId6"/>
  </p:sldMasterIdLst>
  <p:notesMasterIdLst>
    <p:notesMasterId r:id="rId17"/>
  </p:notesMasterIdLst>
  <p:sldIdLst>
    <p:sldId id="340" r:id="rId7"/>
    <p:sldId id="6964" r:id="rId8"/>
    <p:sldId id="268" r:id="rId9"/>
    <p:sldId id="6969" r:id="rId10"/>
    <p:sldId id="6966" r:id="rId11"/>
    <p:sldId id="6965" r:id="rId12"/>
    <p:sldId id="6967" r:id="rId13"/>
    <p:sldId id="6968" r:id="rId14"/>
    <p:sldId id="6944" r:id="rId15"/>
    <p:sldId id="6929"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80BBA13-42E9-FD36-BBFF-755E699E2289}" name="Jordan Burke" initials="JB" userId="Jordan Burke" providerId="None"/>
  <p188:author id="{3A1B073E-ADA3-A3FF-6E42-CE9D46A8296D}" name="Dorothy Nuess" initials="DN" userId="S::d.nuess@deakin.edu.au::81f8bf53-8e25-43f6-8a73-5e641ad0aff7" providerId="AD"/>
  <p188:author id="{E680693E-CDFC-1B3F-E09A-0202F4DA5BD3}" name="Simone Sunderland" initials="SS" userId="S::simone.sunderland@deakin.edu.au::0ea2e980-4abc-4b5c-b130-1a4b69dc22b4" providerId="AD"/>
  <p188:author id="{8352C559-9553-1DB7-0719-789778F1FA50}" name="Miyuki Masuda" initials="MM" userId="S::miyuki.masuda@deakin.edu.au::4c928fda-82c6-476c-afe3-db5d763e8bf8" providerId="AD"/>
  <p188:author id="{BD748164-0CBA-8A3E-E45F-8949D8160DB4}" name="Rhiannon Clanchy" initials="RC" userId="S::rhiannon.clanchy@deakin.edu.au::95ac2e49-6694-4a8e-80ec-f1615a782a97" providerId="AD"/>
  <p188:author id="{0075526C-1A8C-4644-374D-18ABC2FFE20D}" name="Stacey Vale" initials="SV" userId="S::s.vale@deakin.edu.au::bdc58b95-1d4d-4da5-a3c0-11bd14d1e4ea" providerId="AD"/>
  <p188:author id="{D53E4470-713E-6DC3-F1EA-86CCD1E68C70}" name="Virginie Hoareau" initials="VH" userId="S::virginie.hoareau@deakin.edu.au::a5108423-4880-4d4e-9744-f2bc7085a3e5" providerId="AD"/>
  <p188:author id="{C616CD98-5021-D2E1-AF25-A4391B987115}" name="Jordan Burke" initials="JB" userId="S::jordan.burke@deakin.edu.au::1b307188-9b8d-4727-885e-264a0190a642" providerId="AD"/>
  <p188:author id="{ACF201C4-F456-1568-FE38-79323EBA635B}" name="Angela Hoban" initials="AH" userId="S::a.hoban@deakin.edu.au::8c430589-447d-4e17-9856-9e7e23c67bda" providerId="AD"/>
  <p188:author id="{53D96FEC-2ECC-C01F-A92E-F69359777BAB}" name="Robyn King" initials="RK" userId="S::robyn.king@deakin.edu.au::d1c7251a-d49c-4950-a134-2bd652c323a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imone Sunderland" initials="SS" lastIdx="18" clrIdx="0">
    <p:extLst>
      <p:ext uri="{19B8F6BF-5375-455C-9EA6-DF929625EA0E}">
        <p15:presenceInfo xmlns:p15="http://schemas.microsoft.com/office/powerpoint/2012/main" userId="S::simone.sunderland@deakin.edu.au::0ea2e980-4abc-4b5c-b130-1a4b69dc22b4" providerId="AD"/>
      </p:ext>
    </p:extLst>
  </p:cmAuthor>
  <p:cmAuthor id="2" name="Jordan Burke" initials="JB" lastIdx="10" clrIdx="1">
    <p:extLst>
      <p:ext uri="{19B8F6BF-5375-455C-9EA6-DF929625EA0E}">
        <p15:presenceInfo xmlns:p15="http://schemas.microsoft.com/office/powerpoint/2012/main" userId="S::jordan.burke@deakin.edu.au::1b307188-9b8d-4727-885e-264a0190a642" providerId="AD"/>
      </p:ext>
    </p:extLst>
  </p:cmAuthor>
  <p:cmAuthor id="3" name="Sharon Noone" initials="SN" lastIdx="3" clrIdx="2">
    <p:extLst>
      <p:ext uri="{19B8F6BF-5375-455C-9EA6-DF929625EA0E}">
        <p15:presenceInfo xmlns:p15="http://schemas.microsoft.com/office/powerpoint/2012/main" userId="S::sharon.noone@deakin.edu.au::169797ca-c99b-4512-a849-636ff554352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616"/>
    <a:srgbClr val="5DC7B9"/>
    <a:srgbClr val="007D98"/>
    <a:srgbClr val="3BAB9B"/>
    <a:srgbClr val="C74298"/>
    <a:srgbClr val="F98747"/>
    <a:srgbClr val="75B3B2"/>
    <a:srgbClr val="F2F2F2"/>
    <a:srgbClr val="10A991"/>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95"/>
    <p:restoredTop sz="96323" autoAdjust="0"/>
  </p:normalViewPr>
  <p:slideViewPr>
    <p:cSldViewPr snapToGrid="0">
      <p:cViewPr varScale="1">
        <p:scale>
          <a:sx n="109" d="100"/>
          <a:sy n="109" d="100"/>
        </p:scale>
        <p:origin x="512" y="488"/>
      </p:cViewPr>
      <p:guideLst/>
    </p:cSldViewPr>
  </p:slideViewPr>
  <p:notesTextViewPr>
    <p:cViewPr>
      <p:scale>
        <a:sx n="1" d="1"/>
        <a:sy n="1" d="1"/>
      </p:scale>
      <p:origin x="0" y="0"/>
    </p:cViewPr>
  </p:notesTextViewPr>
  <p:notesViewPr>
    <p:cSldViewPr snapToGrid="0">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8/10/relationships/authors" Target="authors.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72C6F5-5B0B-584C-B304-A6BC22FD58A7}" type="doc">
      <dgm:prSet loTypeId="urn:microsoft.com/office/officeart/2005/8/layout/pyramid4" loCatId="relationship" qsTypeId="urn:microsoft.com/office/officeart/2005/8/quickstyle/3d4" qsCatId="3D" csTypeId="urn:microsoft.com/office/officeart/2005/8/colors/colorful1" csCatId="colorful" phldr="1"/>
      <dgm:spPr/>
      <dgm:t>
        <a:bodyPr/>
        <a:lstStyle/>
        <a:p>
          <a:endParaRPr lang="en-GB"/>
        </a:p>
      </dgm:t>
    </dgm:pt>
    <dgm:pt modelId="{E09B6DE9-3ED3-444E-BEF8-B73195C62358}">
      <dgm:prSet/>
      <dgm:spPr/>
      <dgm:t>
        <a:bodyPr/>
        <a:lstStyle/>
        <a:p>
          <a:r>
            <a:rPr lang="en-US" dirty="0"/>
            <a:t>Protection from harm</a:t>
          </a:r>
          <a:endParaRPr lang="en-AU" dirty="0"/>
        </a:p>
      </dgm:t>
    </dgm:pt>
    <dgm:pt modelId="{96837BA3-6A17-6841-A24C-D0541DFB26BE}" type="parTrans" cxnId="{EDFEB328-EB89-2349-BD16-F42323777216}">
      <dgm:prSet/>
      <dgm:spPr/>
      <dgm:t>
        <a:bodyPr/>
        <a:lstStyle/>
        <a:p>
          <a:endParaRPr lang="en-GB"/>
        </a:p>
      </dgm:t>
    </dgm:pt>
    <dgm:pt modelId="{3273AAAA-0AB2-CF4B-86C7-83F50CDBBA6E}" type="sibTrans" cxnId="{EDFEB328-EB89-2349-BD16-F42323777216}">
      <dgm:prSet/>
      <dgm:spPr/>
      <dgm:t>
        <a:bodyPr/>
        <a:lstStyle/>
        <a:p>
          <a:endParaRPr lang="en-GB"/>
        </a:p>
      </dgm:t>
    </dgm:pt>
    <dgm:pt modelId="{5747B714-67DC-F84D-9650-41407461E6E4}">
      <dgm:prSet/>
      <dgm:spPr/>
      <dgm:t>
        <a:bodyPr/>
        <a:lstStyle/>
        <a:p>
          <a:r>
            <a:rPr lang="en-US" dirty="0"/>
            <a:t>Benefit-sharing </a:t>
          </a:r>
          <a:endParaRPr lang="en-AU" dirty="0"/>
        </a:p>
      </dgm:t>
    </dgm:pt>
    <dgm:pt modelId="{12FD052D-CCC6-E949-BC82-B2B2B90E76DF}" type="parTrans" cxnId="{11792017-BDC9-B34E-9DDC-8C95B58E2584}">
      <dgm:prSet/>
      <dgm:spPr/>
      <dgm:t>
        <a:bodyPr/>
        <a:lstStyle/>
        <a:p>
          <a:endParaRPr lang="en-GB"/>
        </a:p>
      </dgm:t>
    </dgm:pt>
    <dgm:pt modelId="{8F5B084D-8BB8-554B-896F-1D0BB150D0A5}" type="sibTrans" cxnId="{11792017-BDC9-B34E-9DDC-8C95B58E2584}">
      <dgm:prSet/>
      <dgm:spPr/>
      <dgm:t>
        <a:bodyPr/>
        <a:lstStyle/>
        <a:p>
          <a:endParaRPr lang="en-GB"/>
        </a:p>
      </dgm:t>
    </dgm:pt>
    <dgm:pt modelId="{152937AB-97B9-A049-ADA6-63FC470AFF7D}">
      <dgm:prSet/>
      <dgm:spPr>
        <a:solidFill>
          <a:schemeClr val="bg1"/>
        </a:solidFill>
      </dgm:spPr>
      <dgm:t>
        <a:bodyPr/>
        <a:lstStyle/>
        <a:p>
          <a:endParaRPr lang="en-AU" dirty="0"/>
        </a:p>
      </dgm:t>
    </dgm:pt>
    <dgm:pt modelId="{8DBFE659-469C-7D41-AC96-B2B53306499D}" type="parTrans" cxnId="{957BA8EE-E406-B04C-B19A-F1726B84AC7D}">
      <dgm:prSet/>
      <dgm:spPr/>
      <dgm:t>
        <a:bodyPr/>
        <a:lstStyle/>
        <a:p>
          <a:endParaRPr lang="en-GB"/>
        </a:p>
      </dgm:t>
    </dgm:pt>
    <dgm:pt modelId="{4E8543F4-19BB-FC4D-BA90-27799AF8D93B}" type="sibTrans" cxnId="{957BA8EE-E406-B04C-B19A-F1726B84AC7D}">
      <dgm:prSet/>
      <dgm:spPr/>
      <dgm:t>
        <a:bodyPr/>
        <a:lstStyle/>
        <a:p>
          <a:endParaRPr lang="en-GB"/>
        </a:p>
      </dgm:t>
    </dgm:pt>
    <dgm:pt modelId="{A7A1FB4D-03AB-CF40-B037-CED27C7D59E6}">
      <dgm:prSet/>
      <dgm:spPr>
        <a:solidFill>
          <a:srgbClr val="5DC7B9"/>
        </a:solidFill>
      </dgm:spPr>
      <dgm:t>
        <a:bodyPr/>
        <a:lstStyle/>
        <a:p>
          <a:r>
            <a:rPr lang="en-US" dirty="0"/>
            <a:t>Participation in AI </a:t>
          </a:r>
          <a:endParaRPr lang="en-GB" dirty="0"/>
        </a:p>
      </dgm:t>
    </dgm:pt>
    <dgm:pt modelId="{067AC6F6-5492-694F-96F5-74E772445E91}" type="parTrans" cxnId="{B98169EA-E8AA-0C47-B061-97D8B3A5A31A}">
      <dgm:prSet/>
      <dgm:spPr/>
      <dgm:t>
        <a:bodyPr/>
        <a:lstStyle/>
        <a:p>
          <a:endParaRPr lang="en-GB"/>
        </a:p>
      </dgm:t>
    </dgm:pt>
    <dgm:pt modelId="{A921C317-719F-AD41-8D3F-40CF1CB9E2B7}" type="sibTrans" cxnId="{B98169EA-E8AA-0C47-B061-97D8B3A5A31A}">
      <dgm:prSet/>
      <dgm:spPr/>
      <dgm:t>
        <a:bodyPr/>
        <a:lstStyle/>
        <a:p>
          <a:endParaRPr lang="en-GB"/>
        </a:p>
      </dgm:t>
    </dgm:pt>
    <dgm:pt modelId="{FD3BDB21-7BC5-5E46-9EF8-819ED8E40E53}" type="pres">
      <dgm:prSet presAssocID="{DF72C6F5-5B0B-584C-B304-A6BC22FD58A7}" presName="compositeShape" presStyleCnt="0">
        <dgm:presLayoutVars>
          <dgm:chMax val="9"/>
          <dgm:dir/>
          <dgm:resizeHandles val="exact"/>
        </dgm:presLayoutVars>
      </dgm:prSet>
      <dgm:spPr/>
    </dgm:pt>
    <dgm:pt modelId="{6C6F1E80-3CD6-E34D-8F14-C585A62ADB20}" type="pres">
      <dgm:prSet presAssocID="{DF72C6F5-5B0B-584C-B304-A6BC22FD58A7}" presName="triangle1" presStyleLbl="node1" presStyleIdx="0" presStyleCnt="4">
        <dgm:presLayoutVars>
          <dgm:bulletEnabled val="1"/>
        </dgm:presLayoutVars>
      </dgm:prSet>
      <dgm:spPr/>
    </dgm:pt>
    <dgm:pt modelId="{5526BE38-B38D-CD4C-9178-002127ABE898}" type="pres">
      <dgm:prSet presAssocID="{DF72C6F5-5B0B-584C-B304-A6BC22FD58A7}" presName="triangle2" presStyleLbl="node1" presStyleIdx="1" presStyleCnt="4">
        <dgm:presLayoutVars>
          <dgm:bulletEnabled val="1"/>
        </dgm:presLayoutVars>
      </dgm:prSet>
      <dgm:spPr/>
    </dgm:pt>
    <dgm:pt modelId="{1083D783-B6F2-204B-9A92-2B3995CA30C2}" type="pres">
      <dgm:prSet presAssocID="{DF72C6F5-5B0B-584C-B304-A6BC22FD58A7}" presName="triangle3" presStyleLbl="node1" presStyleIdx="2" presStyleCnt="4">
        <dgm:presLayoutVars>
          <dgm:bulletEnabled val="1"/>
        </dgm:presLayoutVars>
      </dgm:prSet>
      <dgm:spPr/>
    </dgm:pt>
    <dgm:pt modelId="{E435ACED-7183-C54A-B14C-8B48AB3C471B}" type="pres">
      <dgm:prSet presAssocID="{DF72C6F5-5B0B-584C-B304-A6BC22FD58A7}" presName="triangle4" presStyleLbl="node1" presStyleIdx="3" presStyleCnt="4">
        <dgm:presLayoutVars>
          <dgm:bulletEnabled val="1"/>
        </dgm:presLayoutVars>
      </dgm:prSet>
      <dgm:spPr/>
    </dgm:pt>
  </dgm:ptLst>
  <dgm:cxnLst>
    <dgm:cxn modelId="{11792017-BDC9-B34E-9DDC-8C95B58E2584}" srcId="{DF72C6F5-5B0B-584C-B304-A6BC22FD58A7}" destId="{5747B714-67DC-F84D-9650-41407461E6E4}" srcOrd="1" destOrd="0" parTransId="{12FD052D-CCC6-E949-BC82-B2B2B90E76DF}" sibTransId="{8F5B084D-8BB8-554B-896F-1D0BB150D0A5}"/>
    <dgm:cxn modelId="{EDFEB328-EB89-2349-BD16-F42323777216}" srcId="{DF72C6F5-5B0B-584C-B304-A6BC22FD58A7}" destId="{E09B6DE9-3ED3-444E-BEF8-B73195C62358}" srcOrd="0" destOrd="0" parTransId="{96837BA3-6A17-6841-A24C-D0541DFB26BE}" sibTransId="{3273AAAA-0AB2-CF4B-86C7-83F50CDBBA6E}"/>
    <dgm:cxn modelId="{5636588B-99D0-9B4A-AAFB-579C5CFD6566}" type="presOf" srcId="{DF72C6F5-5B0B-584C-B304-A6BC22FD58A7}" destId="{FD3BDB21-7BC5-5E46-9EF8-819ED8E40E53}" srcOrd="0" destOrd="0" presId="urn:microsoft.com/office/officeart/2005/8/layout/pyramid4"/>
    <dgm:cxn modelId="{69D5D499-AD2C-3E46-B642-EA5578E865EE}" type="presOf" srcId="{152937AB-97B9-A049-ADA6-63FC470AFF7D}" destId="{1083D783-B6F2-204B-9A92-2B3995CA30C2}" srcOrd="0" destOrd="0" presId="urn:microsoft.com/office/officeart/2005/8/layout/pyramid4"/>
    <dgm:cxn modelId="{E8BC24BF-11D5-E747-A5AE-A6C0E016B934}" type="presOf" srcId="{A7A1FB4D-03AB-CF40-B037-CED27C7D59E6}" destId="{E435ACED-7183-C54A-B14C-8B48AB3C471B}" srcOrd="0" destOrd="0" presId="urn:microsoft.com/office/officeart/2005/8/layout/pyramid4"/>
    <dgm:cxn modelId="{3761A8E5-4D7C-9141-85F1-F7C9A2F501E0}" type="presOf" srcId="{5747B714-67DC-F84D-9650-41407461E6E4}" destId="{5526BE38-B38D-CD4C-9178-002127ABE898}" srcOrd="0" destOrd="0" presId="urn:microsoft.com/office/officeart/2005/8/layout/pyramid4"/>
    <dgm:cxn modelId="{B98169EA-E8AA-0C47-B061-97D8B3A5A31A}" srcId="{DF72C6F5-5B0B-584C-B304-A6BC22FD58A7}" destId="{A7A1FB4D-03AB-CF40-B037-CED27C7D59E6}" srcOrd="3" destOrd="0" parTransId="{067AC6F6-5492-694F-96F5-74E772445E91}" sibTransId="{A921C317-719F-AD41-8D3F-40CF1CB9E2B7}"/>
    <dgm:cxn modelId="{957BA8EE-E406-B04C-B19A-F1726B84AC7D}" srcId="{DF72C6F5-5B0B-584C-B304-A6BC22FD58A7}" destId="{152937AB-97B9-A049-ADA6-63FC470AFF7D}" srcOrd="2" destOrd="0" parTransId="{8DBFE659-469C-7D41-AC96-B2B53306499D}" sibTransId="{4E8543F4-19BB-FC4D-BA90-27799AF8D93B}"/>
    <dgm:cxn modelId="{E3F726F4-609B-7F41-AEBD-2A1182A6E063}" type="presOf" srcId="{E09B6DE9-3ED3-444E-BEF8-B73195C62358}" destId="{6C6F1E80-3CD6-E34D-8F14-C585A62ADB20}" srcOrd="0" destOrd="0" presId="urn:microsoft.com/office/officeart/2005/8/layout/pyramid4"/>
    <dgm:cxn modelId="{A929AB8B-25BD-DE43-9DAE-3BD6E5560993}" type="presParOf" srcId="{FD3BDB21-7BC5-5E46-9EF8-819ED8E40E53}" destId="{6C6F1E80-3CD6-E34D-8F14-C585A62ADB20}" srcOrd="0" destOrd="0" presId="urn:microsoft.com/office/officeart/2005/8/layout/pyramid4"/>
    <dgm:cxn modelId="{23A5EE90-D983-6A45-94EB-2D4FFDF2E33B}" type="presParOf" srcId="{FD3BDB21-7BC5-5E46-9EF8-819ED8E40E53}" destId="{5526BE38-B38D-CD4C-9178-002127ABE898}" srcOrd="1" destOrd="0" presId="urn:microsoft.com/office/officeart/2005/8/layout/pyramid4"/>
    <dgm:cxn modelId="{D31D7DB6-3FA2-8F46-AA78-5C1B9D8D8133}" type="presParOf" srcId="{FD3BDB21-7BC5-5E46-9EF8-819ED8E40E53}" destId="{1083D783-B6F2-204B-9A92-2B3995CA30C2}" srcOrd="2" destOrd="0" presId="urn:microsoft.com/office/officeart/2005/8/layout/pyramid4"/>
    <dgm:cxn modelId="{CFB74AB1-F1BF-4647-9E4A-4BC1C5291F07}" type="presParOf" srcId="{FD3BDB21-7BC5-5E46-9EF8-819ED8E40E53}" destId="{E435ACED-7183-C54A-B14C-8B48AB3C471B}" srcOrd="3" destOrd="0" presId="urn:microsoft.com/office/officeart/2005/8/layout/pyramid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6F1E80-3CD6-E34D-8F14-C585A62ADB20}">
      <dsp:nvSpPr>
        <dsp:cNvPr id="0" name=""/>
        <dsp:cNvSpPr/>
      </dsp:nvSpPr>
      <dsp:spPr>
        <a:xfrm>
          <a:off x="719484" y="138715"/>
          <a:ext cx="1438968" cy="1438968"/>
        </a:xfrm>
        <a:prstGeom prst="triangle">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Protection from harm</a:t>
          </a:r>
          <a:endParaRPr lang="en-AU" sz="900" kern="1200" dirty="0"/>
        </a:p>
      </dsp:txBody>
      <dsp:txXfrm>
        <a:off x="1079226" y="858199"/>
        <a:ext cx="719484" cy="719484"/>
      </dsp:txXfrm>
    </dsp:sp>
    <dsp:sp modelId="{5526BE38-B38D-CD4C-9178-002127ABE898}">
      <dsp:nvSpPr>
        <dsp:cNvPr id="0" name=""/>
        <dsp:cNvSpPr/>
      </dsp:nvSpPr>
      <dsp:spPr>
        <a:xfrm>
          <a:off x="0" y="1577684"/>
          <a:ext cx="1438968" cy="1438968"/>
        </a:xfrm>
        <a:prstGeom prst="triangle">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Benefit-sharing </a:t>
          </a:r>
          <a:endParaRPr lang="en-AU" sz="900" kern="1200" dirty="0"/>
        </a:p>
      </dsp:txBody>
      <dsp:txXfrm>
        <a:off x="359742" y="2297168"/>
        <a:ext cx="719484" cy="719484"/>
      </dsp:txXfrm>
    </dsp:sp>
    <dsp:sp modelId="{1083D783-B6F2-204B-9A92-2B3995CA30C2}">
      <dsp:nvSpPr>
        <dsp:cNvPr id="0" name=""/>
        <dsp:cNvSpPr/>
      </dsp:nvSpPr>
      <dsp:spPr>
        <a:xfrm rot="10800000">
          <a:off x="719484" y="1577684"/>
          <a:ext cx="1438968" cy="1438968"/>
        </a:xfrm>
        <a:prstGeom prst="triangle">
          <a:avLst/>
        </a:prstGeom>
        <a:solidFill>
          <a:schemeClr val="bg1"/>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AU" sz="900" kern="1200" dirty="0"/>
        </a:p>
      </dsp:txBody>
      <dsp:txXfrm rot="10800000">
        <a:off x="1079226" y="1577684"/>
        <a:ext cx="719484" cy="719484"/>
      </dsp:txXfrm>
    </dsp:sp>
    <dsp:sp modelId="{E435ACED-7183-C54A-B14C-8B48AB3C471B}">
      <dsp:nvSpPr>
        <dsp:cNvPr id="0" name=""/>
        <dsp:cNvSpPr/>
      </dsp:nvSpPr>
      <dsp:spPr>
        <a:xfrm>
          <a:off x="1438968" y="1577684"/>
          <a:ext cx="1438968" cy="1438968"/>
        </a:xfrm>
        <a:prstGeom prst="triangle">
          <a:avLst/>
        </a:prstGeom>
        <a:solidFill>
          <a:srgbClr val="5DC7B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Participation in AI </a:t>
          </a:r>
          <a:endParaRPr lang="en-GB" sz="900" kern="1200" dirty="0"/>
        </a:p>
      </dsp:txBody>
      <dsp:txXfrm>
        <a:off x="1798710" y="2297168"/>
        <a:ext cx="719484" cy="719484"/>
      </dsp:txXfrm>
    </dsp:sp>
  </dsp:spTree>
</dsp:drawing>
</file>

<file path=ppt/diagrams/layout1.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A925C9-0368-1045-AB5F-DF74C3342C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a:extLst>
              <a:ext uri="{FF2B5EF4-FFF2-40B4-BE49-F238E27FC236}">
                <a16:creationId xmlns:a16="http://schemas.microsoft.com/office/drawing/2014/main" id="{42692568-6EF8-7A44-BE99-2D87C7F4CD06}"/>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78818159-EB83-D64A-9ACE-91A7CAD89216}" type="datetimeFigureOut">
              <a:rPr lang="en-GB"/>
              <a:pPr>
                <a:defRPr/>
              </a:pPr>
              <a:t>29/04/2025</a:t>
            </a:fld>
            <a:endParaRPr lang="en-GB"/>
          </a:p>
        </p:txBody>
      </p:sp>
      <p:sp>
        <p:nvSpPr>
          <p:cNvPr id="4" name="Slide Image Placeholder 3">
            <a:extLst>
              <a:ext uri="{FF2B5EF4-FFF2-40B4-BE49-F238E27FC236}">
                <a16:creationId xmlns:a16="http://schemas.microsoft.com/office/drawing/2014/main" id="{AD04B2F2-8728-BC44-9AF6-ADA0A816722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35F9B230-442A-B74F-A881-77CABACD690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A500251B-5B96-EE4E-BFF5-3BBDD86ED08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7" name="Slide Number Placeholder 6">
            <a:extLst>
              <a:ext uri="{FF2B5EF4-FFF2-40B4-BE49-F238E27FC236}">
                <a16:creationId xmlns:a16="http://schemas.microsoft.com/office/drawing/2014/main" id="{0547C1FC-790E-6C4C-94CF-298295A3226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E3CD5D03-5B80-B646-B2F1-3CA308EEFF64}" type="slidenum">
              <a:rPr lang="en-GB"/>
              <a:pPr>
                <a:defRPr/>
              </a:pPr>
              <a:t>‹#›</a:t>
            </a:fld>
            <a:endParaRPr lang="en-GB"/>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cs typeface="Calibri"/>
            </a:endParaRPr>
          </a:p>
        </p:txBody>
      </p:sp>
      <p:sp>
        <p:nvSpPr>
          <p:cNvPr id="4" name="Slide Number Placeholder 3"/>
          <p:cNvSpPr>
            <a:spLocks noGrp="1"/>
          </p:cNvSpPr>
          <p:nvPr>
            <p:ph type="sldNum" sz="quarter" idx="5"/>
          </p:nvPr>
        </p:nvSpPr>
        <p:spPr/>
        <p:txBody>
          <a:bodyPr/>
          <a:lstStyle/>
          <a:p>
            <a:pPr>
              <a:defRPr/>
            </a:pPr>
            <a:fld id="{E3CD5D03-5B80-B646-B2F1-3CA308EEFF64}" type="slidenum">
              <a:rPr lang="en-GB" smtClean="0"/>
              <a:pPr>
                <a:defRPr/>
              </a:pPr>
              <a:t>1</a:t>
            </a:fld>
            <a:endParaRPr lang="en-GB"/>
          </a:p>
        </p:txBody>
      </p:sp>
    </p:spTree>
    <p:extLst>
      <p:ext uri="{BB962C8B-B14F-4D97-AF65-F5344CB8AC3E}">
        <p14:creationId xmlns:p14="http://schemas.microsoft.com/office/powerpoint/2010/main" val="3016408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AU" dirty="0"/>
              <a:t>This slide shows how Streamline helps deliver on the Deakin Research and Innovation Guiding Plan and, in turn, Deakin 2030</a:t>
            </a:r>
            <a:endParaRPr lang="en-US" dirty="0"/>
          </a:p>
          <a:p>
            <a:pPr marL="171450" indent="-171450">
              <a:buFont typeface="Arial" panose="020B0604020202020204" pitchFamily="34" charset="0"/>
              <a:buChar char="•"/>
            </a:pPr>
            <a:r>
              <a:rPr lang="en-AU" dirty="0"/>
              <a:t>As you'll see on the left, we'll deliver for the University by </a:t>
            </a:r>
            <a:r>
              <a:rPr lang="en-AU" dirty="0" err="1"/>
              <a:t>transf</a:t>
            </a:r>
            <a:r>
              <a:rPr lang="en-US" dirty="0" err="1">
                <a:solidFill>
                  <a:prstClr val="black"/>
                </a:solidFill>
                <a:latin typeface="Calibri" panose="020F0502020204030204"/>
              </a:rPr>
              <a:t>orming</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research admin systems, processes and data quality and accessibility</a:t>
            </a:r>
            <a:r>
              <a:rPr lang="en-US" dirty="0">
                <a:solidFill>
                  <a:prstClr val="black"/>
                </a:solidFill>
                <a:latin typeface="Calibri" panose="020F0502020204030204"/>
              </a:rPr>
              <a:t> for Deakin Research</a:t>
            </a:r>
            <a:endParaRPr lang="en-US" dirty="0">
              <a:ea typeface="+mn-ea"/>
              <a:cs typeface="+mn-cs"/>
            </a:endParaRPr>
          </a:p>
          <a:p>
            <a:pPr marL="171450" indent="-171450">
              <a:buFont typeface="Arial" panose="020B0604020202020204" pitchFamily="34" charset="0"/>
              <a:buChar char="•"/>
            </a:pPr>
            <a:r>
              <a:rPr lang="en-US" dirty="0">
                <a:solidFill>
                  <a:prstClr val="black"/>
                </a:solidFill>
                <a:latin typeface="Calibri" panose="020F0502020204030204"/>
                <a:cs typeface="Calibri"/>
              </a:rPr>
              <a:t>On the right is our Vision, which is an enabler to achieving these strategic goals</a:t>
            </a:r>
          </a:p>
          <a:p>
            <a:pPr marL="171450" indent="-171450">
              <a:buFont typeface="Arial" panose="020B0604020202020204" pitchFamily="34" charset="0"/>
              <a:buChar char="•"/>
            </a:pPr>
            <a:r>
              <a:rPr lang="en-US" dirty="0">
                <a:solidFill>
                  <a:prstClr val="black"/>
                </a:solidFill>
                <a:latin typeface="Calibri" panose="020F0502020204030204"/>
                <a:cs typeface="Calibri"/>
              </a:rPr>
              <a:t>The Streamline Vision is for a high performing Deakin Research through better ways of working, which will positively impact our three key stakeholder groups: researchers, support staff and Higher Degree by Research students</a:t>
            </a:r>
          </a:p>
          <a:p>
            <a:pPr marL="171450" indent="-171450">
              <a:buFont typeface="Arial" panose="020B0604020202020204" pitchFamily="34" charset="0"/>
              <a:buChar char="•"/>
            </a:pPr>
            <a:r>
              <a:rPr lang="en-US" dirty="0">
                <a:solidFill>
                  <a:prstClr val="black"/>
                </a:solidFill>
                <a:latin typeface="Calibri" panose="020F0502020204030204"/>
                <a:cs typeface="Calibri"/>
              </a:rPr>
              <a:t>Better ways of working will help these groups live and breathe the four success factors identified by DVCR Julie Owens - also known as the Four Cs – that will ensure the future sustainability of Deakin Research: Customer Focus, Capability, Capacity and Confidence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01FCCF-E47E-42F3-9076-EF8E96EA95C8}"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3238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800"/>
              </a:lnSpc>
              <a:spcBef>
                <a:spcPts val="1200"/>
              </a:spcBef>
              <a:spcAft>
                <a:spcPts val="0"/>
              </a:spcAft>
            </a:pPr>
            <a:endParaRPr lang="en-AU" dirty="0">
              <a:cs typeface="Calibri"/>
            </a:endParaRPr>
          </a:p>
        </p:txBody>
      </p:sp>
      <p:sp>
        <p:nvSpPr>
          <p:cNvPr id="4" name="Slide Number Placeholder 3"/>
          <p:cNvSpPr>
            <a:spLocks noGrp="1"/>
          </p:cNvSpPr>
          <p:nvPr>
            <p:ph type="sldNum" sz="quarter" idx="5"/>
          </p:nvPr>
        </p:nvSpPr>
        <p:spPr/>
        <p:txBody>
          <a:bodyPr/>
          <a:lstStyle/>
          <a:p>
            <a:pPr>
              <a:defRPr/>
            </a:pPr>
            <a:fld id="{E3CD5D03-5B80-B646-B2F1-3CA308EEFF64}" type="slidenum">
              <a:rPr lang="en-GB" smtClean="0"/>
              <a:pPr>
                <a:defRPr/>
              </a:pPr>
              <a:t>9</a:t>
            </a:fld>
            <a:endParaRPr lang="en-GB"/>
          </a:p>
        </p:txBody>
      </p:sp>
    </p:spTree>
    <p:extLst>
      <p:ext uri="{BB962C8B-B14F-4D97-AF65-F5344CB8AC3E}">
        <p14:creationId xmlns:p14="http://schemas.microsoft.com/office/powerpoint/2010/main" val="1135240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 typeface="Arial" panose="020B0604020202020204" pitchFamily="34" charset="0"/>
              <a:buNone/>
              <a:tabLst/>
              <a:defRPr/>
            </a:pPr>
            <a:endParaRPr lang="en-US" sz="1200" b="0" i="0" kern="1200" dirty="0">
              <a:solidFill>
                <a:schemeClr val="tx1"/>
              </a:solidFill>
              <a:latin typeface="+mn-lt"/>
              <a:ea typeface="+mn-ea"/>
              <a:cs typeface="Calibri"/>
            </a:endParaRPr>
          </a:p>
          <a:p>
            <a:pPr>
              <a:defRPr/>
            </a:pPr>
            <a:endParaRPr lang="en-US" dirty="0">
              <a:cs typeface="Calibri"/>
            </a:endParaRPr>
          </a:p>
        </p:txBody>
      </p:sp>
      <p:sp>
        <p:nvSpPr>
          <p:cNvPr id="4" name="Slide Number Placeholder 3"/>
          <p:cNvSpPr>
            <a:spLocks noGrp="1"/>
          </p:cNvSpPr>
          <p:nvPr>
            <p:ph type="sldNum" sz="quarter" idx="5"/>
          </p:nvPr>
        </p:nvSpPr>
        <p:spPr/>
        <p:txBody>
          <a:bodyPr/>
          <a:lstStyle/>
          <a:p>
            <a:pPr>
              <a:defRPr/>
            </a:pPr>
            <a:fld id="{E3CD5D03-5B80-B646-B2F1-3CA308EEFF64}" type="slidenum">
              <a:rPr lang="en-GB"/>
              <a:pPr>
                <a:defRPr/>
              </a:pPr>
              <a:t>10</a:t>
            </a:fld>
            <a:endParaRPr lang="en-GB"/>
          </a:p>
        </p:txBody>
      </p:sp>
    </p:spTree>
    <p:extLst>
      <p:ext uri="{BB962C8B-B14F-4D97-AF65-F5344CB8AC3E}">
        <p14:creationId xmlns:p14="http://schemas.microsoft.com/office/powerpoint/2010/main" val="20875268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6" name="Picture Placeholder 5"/>
          <p:cNvSpPr>
            <a:spLocks noGrp="1"/>
          </p:cNvSpPr>
          <p:nvPr>
            <p:ph type="pic" sz="quarter" idx="22"/>
          </p:nvPr>
        </p:nvSpPr>
        <p:spPr>
          <a:xfrm>
            <a:off x="1608138" y="0"/>
            <a:ext cx="10583862" cy="6858000"/>
          </a:xfrm>
          <a:prstGeom prst="rect">
            <a:avLst/>
          </a:prstGeom>
        </p:spPr>
        <p:txBody>
          <a:bodyPr/>
          <a:lstStyle/>
          <a:p>
            <a:pPr lvl="0"/>
            <a:r>
              <a:rPr lang="en-GB" noProof="0"/>
              <a:t>Click icon to add picture</a:t>
            </a:r>
            <a:endParaRPr lang="en-US" noProof="0"/>
          </a:p>
        </p:txBody>
      </p:sp>
      <p:sp>
        <p:nvSpPr>
          <p:cNvPr id="13" name="Picture Placeholder 2"/>
          <p:cNvSpPr>
            <a:spLocks noGrp="1"/>
          </p:cNvSpPr>
          <p:nvPr>
            <p:ph type="pic" sz="quarter" idx="21"/>
          </p:nvPr>
        </p:nvSpPr>
        <p:spPr>
          <a:xfrm>
            <a:off x="8355013" y="1324195"/>
            <a:ext cx="3911106" cy="4794523"/>
          </a:xfrm>
          <a:custGeom>
            <a:avLst/>
            <a:gdLst>
              <a:gd name="connsiteX0" fmla="*/ 0 w 3763962"/>
              <a:gd name="connsiteY0" fmla="*/ 0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0 h 6434138"/>
              <a:gd name="connsiteX0" fmla="*/ 0 w 3763962"/>
              <a:gd name="connsiteY0" fmla="*/ 3878317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3878317 h 6434138"/>
              <a:gd name="connsiteX0" fmla="*/ 0 w 3890086"/>
              <a:gd name="connsiteY0" fmla="*/ 2396358 h 4952179"/>
              <a:gd name="connsiteX1" fmla="*/ 3890086 w 3890086"/>
              <a:gd name="connsiteY1" fmla="*/ 0 h 4952179"/>
              <a:gd name="connsiteX2" fmla="*/ 3763962 w 3890086"/>
              <a:gd name="connsiteY2" fmla="*/ 4952179 h 4952179"/>
              <a:gd name="connsiteX3" fmla="*/ 0 w 3890086"/>
              <a:gd name="connsiteY3" fmla="*/ 4952179 h 4952179"/>
              <a:gd name="connsiteX4" fmla="*/ 0 w 3890086"/>
              <a:gd name="connsiteY4" fmla="*/ 2396358 h 4952179"/>
              <a:gd name="connsiteX0" fmla="*/ 0 w 3911106"/>
              <a:gd name="connsiteY0" fmla="*/ 2396358 h 4952179"/>
              <a:gd name="connsiteX1" fmla="*/ 3890086 w 3911106"/>
              <a:gd name="connsiteY1" fmla="*/ 0 h 4952179"/>
              <a:gd name="connsiteX2" fmla="*/ 3911106 w 3911106"/>
              <a:gd name="connsiteY2" fmla="*/ 3512262 h 4952179"/>
              <a:gd name="connsiteX3" fmla="*/ 0 w 3911106"/>
              <a:gd name="connsiteY3" fmla="*/ 4952179 h 4952179"/>
              <a:gd name="connsiteX4" fmla="*/ 0 w 3911106"/>
              <a:gd name="connsiteY4" fmla="*/ 2396358 h 4952179"/>
              <a:gd name="connsiteX0" fmla="*/ 0 w 3911106"/>
              <a:gd name="connsiteY0" fmla="*/ 2396358 h 4805034"/>
              <a:gd name="connsiteX1" fmla="*/ 3890086 w 3911106"/>
              <a:gd name="connsiteY1" fmla="*/ 0 h 4805034"/>
              <a:gd name="connsiteX2" fmla="*/ 3911106 w 3911106"/>
              <a:gd name="connsiteY2" fmla="*/ 3512262 h 4805034"/>
              <a:gd name="connsiteX3" fmla="*/ 3899338 w 3911106"/>
              <a:gd name="connsiteY3" fmla="*/ 4805034 h 4805034"/>
              <a:gd name="connsiteX4" fmla="*/ 0 w 3911106"/>
              <a:gd name="connsiteY4" fmla="*/ 2396358 h 4805034"/>
              <a:gd name="connsiteX0" fmla="*/ 0 w 3911106"/>
              <a:gd name="connsiteY0" fmla="*/ 2385847 h 4794523"/>
              <a:gd name="connsiteX1" fmla="*/ 3900596 w 3911106"/>
              <a:gd name="connsiteY1" fmla="*/ 0 h 4794523"/>
              <a:gd name="connsiteX2" fmla="*/ 3911106 w 3911106"/>
              <a:gd name="connsiteY2" fmla="*/ 3501751 h 4794523"/>
              <a:gd name="connsiteX3" fmla="*/ 3899338 w 3911106"/>
              <a:gd name="connsiteY3" fmla="*/ 4794523 h 4794523"/>
              <a:gd name="connsiteX4" fmla="*/ 0 w 3911106"/>
              <a:gd name="connsiteY4" fmla="*/ 2385847 h 47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106" h="4794523">
                <a:moveTo>
                  <a:pt x="0" y="2385847"/>
                </a:moveTo>
                <a:lnTo>
                  <a:pt x="3900596" y="0"/>
                </a:lnTo>
                <a:cubicBezTo>
                  <a:pt x="3904099" y="1167250"/>
                  <a:pt x="3907603" y="2334501"/>
                  <a:pt x="3911106" y="3501751"/>
                </a:cubicBezTo>
                <a:lnTo>
                  <a:pt x="3899338" y="4794523"/>
                </a:lnTo>
                <a:lnTo>
                  <a:pt x="0" y="2385847"/>
                </a:lnTo>
                <a:close/>
              </a:path>
            </a:pathLst>
          </a:custGeom>
          <a:ln w="25400">
            <a:solidFill>
              <a:schemeClr val="accent3"/>
            </a:solidFill>
          </a:ln>
        </p:spPr>
        <p:txBody>
          <a:bodyPr/>
          <a:lstStyle/>
          <a:p>
            <a:pPr lvl="0"/>
            <a:r>
              <a:rPr lang="en-GB" noProof="0"/>
              <a:t>Click icon to add picture</a:t>
            </a:r>
            <a:endParaRPr lang="en-US" noProof="0"/>
          </a:p>
        </p:txBody>
      </p:sp>
      <p:sp>
        <p:nvSpPr>
          <p:cNvPr id="11" name="Text Placeholder 5"/>
          <p:cNvSpPr>
            <a:spLocks noGrp="1"/>
          </p:cNvSpPr>
          <p:nvPr>
            <p:ph type="body" sz="quarter" idx="13"/>
          </p:nvPr>
        </p:nvSpPr>
        <p:spPr>
          <a:xfrm>
            <a:off x="511212" y="3819832"/>
            <a:ext cx="4370506" cy="634181"/>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8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lvl="0"/>
            <a:r>
              <a:rPr lang="en-GB"/>
              <a:t>Click to edit Master text styles</a:t>
            </a:r>
          </a:p>
        </p:txBody>
      </p:sp>
      <p:sp>
        <p:nvSpPr>
          <p:cNvPr id="27" name="Title 26"/>
          <p:cNvSpPr>
            <a:spLocks noGrp="1"/>
          </p:cNvSpPr>
          <p:nvPr>
            <p:ph type="title"/>
          </p:nvPr>
        </p:nvSpPr>
        <p:spPr>
          <a:xfrm>
            <a:off x="511211" y="2123767"/>
            <a:ext cx="4370506" cy="1489587"/>
          </a:xfrm>
          <a:prstGeom prst="rect">
            <a:avLst/>
          </a:prstGeom>
        </p:spPr>
        <p:txBody>
          <a:bodyPr anchor="b"/>
          <a:lstStyle>
            <a:lvl1pPr>
              <a:defRPr sz="4600" b="0">
                <a:solidFill>
                  <a:schemeClr val="bg1"/>
                </a:solidFill>
                <a:latin typeface="+mn-lt"/>
              </a:defRPr>
            </a:lvl1pPr>
          </a:lstStyle>
          <a:p>
            <a:r>
              <a:rPr lang="en-GB"/>
              <a:t>Click to edit Master title style</a:t>
            </a:r>
            <a:endParaRPr lang="en-AU"/>
          </a:p>
        </p:txBody>
      </p:sp>
      <p:sp>
        <p:nvSpPr>
          <p:cNvPr id="8" name="Text Placeholder 5"/>
          <p:cNvSpPr>
            <a:spLocks noGrp="1" noChangeAspect="1"/>
          </p:cNvSpPr>
          <p:nvPr>
            <p:ph type="body" sz="quarter" idx="19"/>
          </p:nvPr>
        </p:nvSpPr>
        <p:spPr>
          <a:xfrm>
            <a:off x="8765628" y="3895673"/>
            <a:ext cx="1570656" cy="1570656"/>
          </a:xfrm>
          <a:prstGeom prst="rect">
            <a:avLst/>
          </a:prstGeom>
          <a:blipFill dpi="0" rotWithShape="1">
            <a:blip r:embed="rId2" cstate="screen"/>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14" name="Picture Placeholder 5"/>
          <p:cNvSpPr>
            <a:spLocks noGrp="1"/>
          </p:cNvSpPr>
          <p:nvPr>
            <p:ph type="pic" sz="quarter" idx="23"/>
          </p:nvPr>
        </p:nvSpPr>
        <p:spPr>
          <a:xfrm>
            <a:off x="-20966" y="-10510"/>
            <a:ext cx="10583862" cy="6858000"/>
          </a:xfrm>
          <a:prstGeom prst="rect">
            <a:avLst/>
          </a:prstGeom>
        </p:spPr>
        <p:txBody>
          <a:bodyPr/>
          <a:lstStyle/>
          <a:p>
            <a:pPr lvl="0"/>
            <a:r>
              <a:rPr lang="en-GB" noProof="0"/>
              <a:t>Click icon to add picture</a:t>
            </a:r>
            <a:endParaRPr lang="en-US" noProof="0"/>
          </a:p>
        </p:txBody>
      </p:sp>
      <p:sp>
        <p:nvSpPr>
          <p:cNvPr id="9" name="Slide Number Placeholder 5">
            <a:extLst>
              <a:ext uri="{FF2B5EF4-FFF2-40B4-BE49-F238E27FC236}">
                <a16:creationId xmlns:a16="http://schemas.microsoft.com/office/drawing/2014/main" id="{84CB08C4-EB6D-3146-B72A-ACBBA4619BFA}"/>
              </a:ext>
            </a:extLst>
          </p:cNvPr>
          <p:cNvSpPr>
            <a:spLocks noGrp="1"/>
          </p:cNvSpPr>
          <p:nvPr>
            <p:ph type="sldNum" sz="quarter" idx="24"/>
          </p:nvPr>
        </p:nvSpPr>
        <p:spPr/>
        <p:txBody>
          <a:bodyPr/>
          <a:lstStyle>
            <a:lvl1pPr algn="l">
              <a:defRPr sz="1200" smtClean="0">
                <a:solidFill>
                  <a:schemeClr val="bg1"/>
                </a:solidFill>
              </a:defRPr>
            </a:lvl1pPr>
          </a:lstStyle>
          <a:p>
            <a:pPr>
              <a:defRPr/>
            </a:pPr>
            <a:fld id="{63332469-2E37-2946-BA23-5F1B416FBF30}" type="slidenum">
              <a:rPr lang="en-GB"/>
              <a:pPr>
                <a:defRPr/>
              </a:pPr>
              <a:t>‹#›</a:t>
            </a:fld>
            <a:endParaRPr lang="en-GB"/>
          </a:p>
        </p:txBody>
      </p:sp>
      <p:sp>
        <p:nvSpPr>
          <p:cNvPr id="10" name="Footer Placeholder 4">
            <a:extLst>
              <a:ext uri="{FF2B5EF4-FFF2-40B4-BE49-F238E27FC236}">
                <a16:creationId xmlns:a16="http://schemas.microsoft.com/office/drawing/2014/main" id="{6FA29B25-944A-004D-A257-65916B2DB86F}"/>
              </a:ext>
            </a:extLst>
          </p:cNvPr>
          <p:cNvSpPr>
            <a:spLocks noGrp="1"/>
          </p:cNvSpPr>
          <p:nvPr>
            <p:ph type="ftr" sz="quarter" idx="25"/>
          </p:nvPr>
        </p:nvSpPr>
        <p:spPr/>
        <p:txBody>
          <a:bodyPr/>
          <a:lstStyle>
            <a:lvl1pPr algn="l">
              <a:defRPr sz="650" dirty="0">
                <a:solidFill>
                  <a:schemeClr val="bg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16634211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break/intro">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47DE33F-1C25-5A4A-A212-E12A04CE7BF4}"/>
              </a:ext>
            </a:extLst>
          </p:cNvPr>
          <p:cNvSpPr/>
          <p:nvPr/>
        </p:nvSpPr>
        <p:spPr>
          <a:xfrm>
            <a:off x="0" y="0"/>
            <a:ext cx="12192000" cy="6865938"/>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2" name="Text Placeholder 5"/>
          <p:cNvSpPr>
            <a:spLocks noGrp="1" noChangeAspect="1"/>
          </p:cNvSpPr>
          <p:nvPr>
            <p:ph type="body" sz="quarter" idx="18"/>
          </p:nvPr>
        </p:nvSpPr>
        <p:spPr>
          <a:xfrm>
            <a:off x="10746830" y="52550"/>
            <a:ext cx="1371600" cy="1371600"/>
          </a:xfrm>
          <a:prstGeom prst="rect">
            <a:avLst/>
          </a:prstGeom>
          <a:blipFill dpi="0" rotWithShape="1">
            <a:blip r:embed="rId3"/>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19" name="Text Placeholder 5"/>
          <p:cNvSpPr>
            <a:spLocks noGrp="1"/>
          </p:cNvSpPr>
          <p:nvPr>
            <p:ph type="body" sz="quarter" idx="13"/>
          </p:nvPr>
        </p:nvSpPr>
        <p:spPr>
          <a:xfrm>
            <a:off x="511212" y="3819832"/>
            <a:ext cx="4370506" cy="634181"/>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400">
                <a:solidFill>
                  <a:schemeClr val="tx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lvl="0"/>
            <a:r>
              <a:rPr lang="en-GB"/>
              <a:t>Click to edit Master text styles</a:t>
            </a:r>
          </a:p>
        </p:txBody>
      </p:sp>
      <p:sp>
        <p:nvSpPr>
          <p:cNvPr id="20" name="Title 26"/>
          <p:cNvSpPr>
            <a:spLocks noGrp="1"/>
          </p:cNvSpPr>
          <p:nvPr>
            <p:ph type="title"/>
          </p:nvPr>
        </p:nvSpPr>
        <p:spPr>
          <a:xfrm>
            <a:off x="511211" y="2123767"/>
            <a:ext cx="4370506" cy="1489587"/>
          </a:xfrm>
          <a:prstGeom prst="rect">
            <a:avLst/>
          </a:prstGeom>
        </p:spPr>
        <p:txBody>
          <a:bodyPr anchor="b"/>
          <a:lstStyle>
            <a:lvl1pPr>
              <a:defRPr sz="4000" b="0">
                <a:solidFill>
                  <a:schemeClr val="tx1"/>
                </a:solidFill>
                <a:latin typeface="+mn-lt"/>
              </a:defRPr>
            </a:lvl1pPr>
          </a:lstStyle>
          <a:p>
            <a:r>
              <a:rPr lang="en-GB"/>
              <a:t>Click to edit Master title style</a:t>
            </a:r>
            <a:endParaRPr lang="en-AU"/>
          </a:p>
        </p:txBody>
      </p:sp>
      <p:sp>
        <p:nvSpPr>
          <p:cNvPr id="3" name="Picture Placeholder 2"/>
          <p:cNvSpPr>
            <a:spLocks noGrp="1"/>
          </p:cNvSpPr>
          <p:nvPr>
            <p:ph type="pic" sz="quarter" idx="19"/>
          </p:nvPr>
        </p:nvSpPr>
        <p:spPr>
          <a:xfrm>
            <a:off x="8355013" y="1324195"/>
            <a:ext cx="3911106" cy="4794523"/>
          </a:xfrm>
          <a:custGeom>
            <a:avLst/>
            <a:gdLst>
              <a:gd name="connsiteX0" fmla="*/ 0 w 3763962"/>
              <a:gd name="connsiteY0" fmla="*/ 0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0 h 6434138"/>
              <a:gd name="connsiteX0" fmla="*/ 0 w 3763962"/>
              <a:gd name="connsiteY0" fmla="*/ 3878317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3878317 h 6434138"/>
              <a:gd name="connsiteX0" fmla="*/ 0 w 3890086"/>
              <a:gd name="connsiteY0" fmla="*/ 2396358 h 4952179"/>
              <a:gd name="connsiteX1" fmla="*/ 3890086 w 3890086"/>
              <a:gd name="connsiteY1" fmla="*/ 0 h 4952179"/>
              <a:gd name="connsiteX2" fmla="*/ 3763962 w 3890086"/>
              <a:gd name="connsiteY2" fmla="*/ 4952179 h 4952179"/>
              <a:gd name="connsiteX3" fmla="*/ 0 w 3890086"/>
              <a:gd name="connsiteY3" fmla="*/ 4952179 h 4952179"/>
              <a:gd name="connsiteX4" fmla="*/ 0 w 3890086"/>
              <a:gd name="connsiteY4" fmla="*/ 2396358 h 4952179"/>
              <a:gd name="connsiteX0" fmla="*/ 0 w 3911106"/>
              <a:gd name="connsiteY0" fmla="*/ 2396358 h 4952179"/>
              <a:gd name="connsiteX1" fmla="*/ 3890086 w 3911106"/>
              <a:gd name="connsiteY1" fmla="*/ 0 h 4952179"/>
              <a:gd name="connsiteX2" fmla="*/ 3911106 w 3911106"/>
              <a:gd name="connsiteY2" fmla="*/ 3512262 h 4952179"/>
              <a:gd name="connsiteX3" fmla="*/ 0 w 3911106"/>
              <a:gd name="connsiteY3" fmla="*/ 4952179 h 4952179"/>
              <a:gd name="connsiteX4" fmla="*/ 0 w 3911106"/>
              <a:gd name="connsiteY4" fmla="*/ 2396358 h 4952179"/>
              <a:gd name="connsiteX0" fmla="*/ 0 w 3911106"/>
              <a:gd name="connsiteY0" fmla="*/ 2396358 h 4805034"/>
              <a:gd name="connsiteX1" fmla="*/ 3890086 w 3911106"/>
              <a:gd name="connsiteY1" fmla="*/ 0 h 4805034"/>
              <a:gd name="connsiteX2" fmla="*/ 3911106 w 3911106"/>
              <a:gd name="connsiteY2" fmla="*/ 3512262 h 4805034"/>
              <a:gd name="connsiteX3" fmla="*/ 3899338 w 3911106"/>
              <a:gd name="connsiteY3" fmla="*/ 4805034 h 4805034"/>
              <a:gd name="connsiteX4" fmla="*/ 0 w 3911106"/>
              <a:gd name="connsiteY4" fmla="*/ 2396358 h 4805034"/>
              <a:gd name="connsiteX0" fmla="*/ 0 w 3911106"/>
              <a:gd name="connsiteY0" fmla="*/ 2385847 h 4794523"/>
              <a:gd name="connsiteX1" fmla="*/ 3900596 w 3911106"/>
              <a:gd name="connsiteY1" fmla="*/ 0 h 4794523"/>
              <a:gd name="connsiteX2" fmla="*/ 3911106 w 3911106"/>
              <a:gd name="connsiteY2" fmla="*/ 3501751 h 4794523"/>
              <a:gd name="connsiteX3" fmla="*/ 3899338 w 3911106"/>
              <a:gd name="connsiteY3" fmla="*/ 4794523 h 4794523"/>
              <a:gd name="connsiteX4" fmla="*/ 0 w 3911106"/>
              <a:gd name="connsiteY4" fmla="*/ 2385847 h 47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106" h="4794523">
                <a:moveTo>
                  <a:pt x="0" y="2385847"/>
                </a:moveTo>
                <a:lnTo>
                  <a:pt x="3900596" y="0"/>
                </a:lnTo>
                <a:cubicBezTo>
                  <a:pt x="3904099" y="1167250"/>
                  <a:pt x="3907603" y="2334501"/>
                  <a:pt x="3911106" y="3501751"/>
                </a:cubicBezTo>
                <a:lnTo>
                  <a:pt x="3899338" y="4794523"/>
                </a:lnTo>
                <a:lnTo>
                  <a:pt x="0" y="2385847"/>
                </a:lnTo>
                <a:close/>
              </a:path>
            </a:pathLst>
          </a:custGeom>
        </p:spPr>
        <p:txBody>
          <a:bodyPr/>
          <a:lstStyle/>
          <a:p>
            <a:pPr lvl="0"/>
            <a:r>
              <a:rPr lang="en-GB" noProof="0"/>
              <a:t>Click icon to add picture</a:t>
            </a:r>
            <a:endParaRPr lang="en-US" noProof="0"/>
          </a:p>
        </p:txBody>
      </p:sp>
      <p:sp>
        <p:nvSpPr>
          <p:cNvPr id="7" name="Slide Number Placeholder 5">
            <a:extLst>
              <a:ext uri="{FF2B5EF4-FFF2-40B4-BE49-F238E27FC236}">
                <a16:creationId xmlns:a16="http://schemas.microsoft.com/office/drawing/2014/main" id="{EF39674D-0F72-9D41-8FE7-18B288352BDD}"/>
              </a:ext>
            </a:extLst>
          </p:cNvPr>
          <p:cNvSpPr>
            <a:spLocks noGrp="1"/>
          </p:cNvSpPr>
          <p:nvPr>
            <p:ph type="sldNum" sz="quarter" idx="20"/>
          </p:nvPr>
        </p:nvSpPr>
        <p:spPr/>
        <p:txBody>
          <a:bodyPr/>
          <a:lstStyle>
            <a:lvl1pPr algn="l">
              <a:defRPr sz="1200" smtClean="0">
                <a:solidFill>
                  <a:schemeClr val="tx1"/>
                </a:solidFill>
              </a:defRPr>
            </a:lvl1pPr>
          </a:lstStyle>
          <a:p>
            <a:pPr>
              <a:defRPr/>
            </a:pPr>
            <a:fld id="{F43108A5-B469-744D-B162-95630A35DC90}" type="slidenum">
              <a:rPr lang="en-GB"/>
              <a:pPr>
                <a:defRPr/>
              </a:pPr>
              <a:t>‹#›</a:t>
            </a:fld>
            <a:endParaRPr lang="en-GB"/>
          </a:p>
        </p:txBody>
      </p:sp>
      <p:sp>
        <p:nvSpPr>
          <p:cNvPr id="8" name="Footer Placeholder 4">
            <a:extLst>
              <a:ext uri="{FF2B5EF4-FFF2-40B4-BE49-F238E27FC236}">
                <a16:creationId xmlns:a16="http://schemas.microsoft.com/office/drawing/2014/main" id="{23121A0B-D91E-B741-9604-98A25401E90E}"/>
              </a:ext>
            </a:extLst>
          </p:cNvPr>
          <p:cNvSpPr>
            <a:spLocks noGrp="1"/>
          </p:cNvSpPr>
          <p:nvPr>
            <p:ph type="ftr" sz="quarter" idx="21"/>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034850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1 column - teal triangl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8410678" cy="3937819"/>
          </a:xfrm>
          <a:prstGeom prst="rect">
            <a:avLst/>
          </a:prstGeom>
        </p:spPr>
        <p:txBody>
          <a:bodyPr numCol="1"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63FE520C-C0C0-4E4C-906E-8DD55A104245}"/>
              </a:ext>
            </a:extLst>
          </p:cNvPr>
          <p:cNvSpPr>
            <a:spLocks noGrp="1"/>
          </p:cNvSpPr>
          <p:nvPr>
            <p:ph type="sldNum" sz="quarter" idx="17"/>
          </p:nvPr>
        </p:nvSpPr>
        <p:spPr/>
        <p:txBody>
          <a:bodyPr/>
          <a:lstStyle>
            <a:lvl1pPr algn="l">
              <a:defRPr sz="1200" smtClean="0">
                <a:solidFill>
                  <a:schemeClr val="tx1"/>
                </a:solidFill>
              </a:defRPr>
            </a:lvl1pPr>
          </a:lstStyle>
          <a:p>
            <a:pPr>
              <a:defRPr/>
            </a:pPr>
            <a:fld id="{46DC93DD-4D13-BE4F-B58D-72FC9094F594}" type="slidenum">
              <a:rPr lang="en-GB"/>
              <a:pPr>
                <a:defRPr/>
              </a:pPr>
              <a:t>‹#›</a:t>
            </a:fld>
            <a:endParaRPr lang="en-GB"/>
          </a:p>
        </p:txBody>
      </p:sp>
      <p:sp>
        <p:nvSpPr>
          <p:cNvPr id="6" name="Footer Placeholder 4">
            <a:extLst>
              <a:ext uri="{FF2B5EF4-FFF2-40B4-BE49-F238E27FC236}">
                <a16:creationId xmlns:a16="http://schemas.microsoft.com/office/drawing/2014/main" id="{1CB3D0C8-78FC-9A40-8AC8-B2D04F624B26}"/>
              </a:ext>
            </a:extLst>
          </p:cNvPr>
          <p:cNvSpPr>
            <a:spLocks noGrp="1"/>
          </p:cNvSpPr>
          <p:nvPr>
            <p:ph type="ftr" sz="quarter" idx="18"/>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10683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 1 column - picture triangle">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8410678" cy="3937819"/>
          </a:xfrm>
          <a:prstGeom prst="rect">
            <a:avLst/>
          </a:prstGeom>
        </p:spPr>
        <p:txBody>
          <a:bodyPr numCol="1"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7" name="Picture Placeholder 2"/>
          <p:cNvSpPr>
            <a:spLocks noGrp="1"/>
          </p:cNvSpPr>
          <p:nvPr>
            <p:ph type="pic" sz="quarter" idx="19"/>
          </p:nvPr>
        </p:nvSpPr>
        <p:spPr>
          <a:xfrm>
            <a:off x="8355013" y="1324195"/>
            <a:ext cx="3911106" cy="4794523"/>
          </a:xfrm>
          <a:custGeom>
            <a:avLst/>
            <a:gdLst>
              <a:gd name="connsiteX0" fmla="*/ 0 w 3763962"/>
              <a:gd name="connsiteY0" fmla="*/ 0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0 h 6434138"/>
              <a:gd name="connsiteX0" fmla="*/ 0 w 3763962"/>
              <a:gd name="connsiteY0" fmla="*/ 3878317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3878317 h 6434138"/>
              <a:gd name="connsiteX0" fmla="*/ 0 w 3890086"/>
              <a:gd name="connsiteY0" fmla="*/ 2396358 h 4952179"/>
              <a:gd name="connsiteX1" fmla="*/ 3890086 w 3890086"/>
              <a:gd name="connsiteY1" fmla="*/ 0 h 4952179"/>
              <a:gd name="connsiteX2" fmla="*/ 3763962 w 3890086"/>
              <a:gd name="connsiteY2" fmla="*/ 4952179 h 4952179"/>
              <a:gd name="connsiteX3" fmla="*/ 0 w 3890086"/>
              <a:gd name="connsiteY3" fmla="*/ 4952179 h 4952179"/>
              <a:gd name="connsiteX4" fmla="*/ 0 w 3890086"/>
              <a:gd name="connsiteY4" fmla="*/ 2396358 h 4952179"/>
              <a:gd name="connsiteX0" fmla="*/ 0 w 3911106"/>
              <a:gd name="connsiteY0" fmla="*/ 2396358 h 4952179"/>
              <a:gd name="connsiteX1" fmla="*/ 3890086 w 3911106"/>
              <a:gd name="connsiteY1" fmla="*/ 0 h 4952179"/>
              <a:gd name="connsiteX2" fmla="*/ 3911106 w 3911106"/>
              <a:gd name="connsiteY2" fmla="*/ 3512262 h 4952179"/>
              <a:gd name="connsiteX3" fmla="*/ 0 w 3911106"/>
              <a:gd name="connsiteY3" fmla="*/ 4952179 h 4952179"/>
              <a:gd name="connsiteX4" fmla="*/ 0 w 3911106"/>
              <a:gd name="connsiteY4" fmla="*/ 2396358 h 4952179"/>
              <a:gd name="connsiteX0" fmla="*/ 0 w 3911106"/>
              <a:gd name="connsiteY0" fmla="*/ 2396358 h 4805034"/>
              <a:gd name="connsiteX1" fmla="*/ 3890086 w 3911106"/>
              <a:gd name="connsiteY1" fmla="*/ 0 h 4805034"/>
              <a:gd name="connsiteX2" fmla="*/ 3911106 w 3911106"/>
              <a:gd name="connsiteY2" fmla="*/ 3512262 h 4805034"/>
              <a:gd name="connsiteX3" fmla="*/ 3899338 w 3911106"/>
              <a:gd name="connsiteY3" fmla="*/ 4805034 h 4805034"/>
              <a:gd name="connsiteX4" fmla="*/ 0 w 3911106"/>
              <a:gd name="connsiteY4" fmla="*/ 2396358 h 4805034"/>
              <a:gd name="connsiteX0" fmla="*/ 0 w 3911106"/>
              <a:gd name="connsiteY0" fmla="*/ 2385847 h 4794523"/>
              <a:gd name="connsiteX1" fmla="*/ 3900596 w 3911106"/>
              <a:gd name="connsiteY1" fmla="*/ 0 h 4794523"/>
              <a:gd name="connsiteX2" fmla="*/ 3911106 w 3911106"/>
              <a:gd name="connsiteY2" fmla="*/ 3501751 h 4794523"/>
              <a:gd name="connsiteX3" fmla="*/ 3899338 w 3911106"/>
              <a:gd name="connsiteY3" fmla="*/ 4794523 h 4794523"/>
              <a:gd name="connsiteX4" fmla="*/ 0 w 3911106"/>
              <a:gd name="connsiteY4" fmla="*/ 2385847 h 47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106" h="4794523">
                <a:moveTo>
                  <a:pt x="0" y="2385847"/>
                </a:moveTo>
                <a:lnTo>
                  <a:pt x="3900596" y="0"/>
                </a:lnTo>
                <a:cubicBezTo>
                  <a:pt x="3904099" y="1167250"/>
                  <a:pt x="3907603" y="2334501"/>
                  <a:pt x="3911106" y="3501751"/>
                </a:cubicBezTo>
                <a:lnTo>
                  <a:pt x="3899338" y="4794523"/>
                </a:lnTo>
                <a:lnTo>
                  <a:pt x="0" y="2385847"/>
                </a:lnTo>
                <a:close/>
              </a:path>
            </a:pathLst>
          </a:custGeom>
        </p:spPr>
        <p:txBody>
          <a:bodyPr/>
          <a:lstStyle/>
          <a:p>
            <a:pPr lvl="0"/>
            <a:r>
              <a:rPr lang="en-GB" noProof="0"/>
              <a:t>Click icon to add picture</a:t>
            </a:r>
            <a:endParaRPr lang="en-US" noProof="0"/>
          </a:p>
        </p:txBody>
      </p:sp>
      <p:sp>
        <p:nvSpPr>
          <p:cNvPr id="6" name="Slide Number Placeholder 5">
            <a:extLst>
              <a:ext uri="{FF2B5EF4-FFF2-40B4-BE49-F238E27FC236}">
                <a16:creationId xmlns:a16="http://schemas.microsoft.com/office/drawing/2014/main" id="{4A5621DC-169D-5640-880B-D54082587CB3}"/>
              </a:ext>
            </a:extLst>
          </p:cNvPr>
          <p:cNvSpPr>
            <a:spLocks noGrp="1"/>
          </p:cNvSpPr>
          <p:nvPr>
            <p:ph type="sldNum" sz="quarter" idx="20"/>
          </p:nvPr>
        </p:nvSpPr>
        <p:spPr/>
        <p:txBody>
          <a:bodyPr/>
          <a:lstStyle>
            <a:lvl1pPr algn="l">
              <a:defRPr sz="1200" smtClean="0">
                <a:solidFill>
                  <a:schemeClr val="tx1"/>
                </a:solidFill>
              </a:defRPr>
            </a:lvl1pPr>
          </a:lstStyle>
          <a:p>
            <a:pPr>
              <a:defRPr/>
            </a:pPr>
            <a:fld id="{8D0BC56D-84F9-A848-BCAD-DE5B94CACA02}" type="slidenum">
              <a:rPr lang="en-GB"/>
              <a:pPr>
                <a:defRPr/>
              </a:pPr>
              <a:t>‹#›</a:t>
            </a:fld>
            <a:endParaRPr lang="en-GB"/>
          </a:p>
        </p:txBody>
      </p:sp>
      <p:sp>
        <p:nvSpPr>
          <p:cNvPr id="8" name="Footer Placeholder 4">
            <a:extLst>
              <a:ext uri="{FF2B5EF4-FFF2-40B4-BE49-F238E27FC236}">
                <a16:creationId xmlns:a16="http://schemas.microsoft.com/office/drawing/2014/main" id="{B1D62A34-BDDF-134C-B6F2-B0F224FC61B3}"/>
              </a:ext>
            </a:extLst>
          </p:cNvPr>
          <p:cNvSpPr>
            <a:spLocks noGrp="1"/>
          </p:cNvSpPr>
          <p:nvPr>
            <p:ph type="ftr" sz="quarter" idx="21"/>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055634250"/>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1 column - teal background">
    <p:bg>
      <p:bgPr>
        <a:solidFill>
          <a:srgbClr val="10A991"/>
        </a:solid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8410678" cy="3937819"/>
          </a:xfrm>
          <a:prstGeom prst="rect">
            <a:avLst/>
          </a:prstGeom>
        </p:spPr>
        <p:txBody>
          <a:bodyPr numCol="1" spcCol="540000"/>
          <a:lstStyle>
            <a:lvl1pPr>
              <a:defRPr sz="1800" b="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7" name="Text Placeholder 5"/>
          <p:cNvSpPr>
            <a:spLocks noGrp="1" noChangeAspect="1"/>
          </p:cNvSpPr>
          <p:nvPr>
            <p:ph type="body" sz="quarter" idx="18"/>
          </p:nvPr>
        </p:nvSpPr>
        <p:spPr>
          <a:xfrm>
            <a:off x="10746830" y="52550"/>
            <a:ext cx="1371600" cy="1371600"/>
          </a:xfrm>
          <a:prstGeom prst="rect">
            <a:avLst/>
          </a:prstGeom>
          <a:blipFill dpi="0" rotWithShape="1">
            <a:blip r:embed="rId2"/>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262B16B3-614F-1345-B3ED-3176CDD5278D}"/>
              </a:ext>
            </a:extLst>
          </p:cNvPr>
          <p:cNvSpPr>
            <a:spLocks noGrp="1"/>
          </p:cNvSpPr>
          <p:nvPr>
            <p:ph type="sldNum" sz="quarter" idx="19"/>
          </p:nvPr>
        </p:nvSpPr>
        <p:spPr/>
        <p:txBody>
          <a:bodyPr/>
          <a:lstStyle>
            <a:lvl1pPr algn="l">
              <a:defRPr sz="1200" smtClean="0">
                <a:solidFill>
                  <a:schemeClr val="tx1"/>
                </a:solidFill>
              </a:defRPr>
            </a:lvl1pPr>
          </a:lstStyle>
          <a:p>
            <a:pPr>
              <a:defRPr/>
            </a:pPr>
            <a:fld id="{51692903-8EE3-2344-A6BF-9D564F816A87}" type="slidenum">
              <a:rPr lang="en-GB"/>
              <a:pPr>
                <a:defRPr/>
              </a:pPr>
              <a:t>‹#›</a:t>
            </a:fld>
            <a:endParaRPr lang="en-GB"/>
          </a:p>
        </p:txBody>
      </p:sp>
      <p:sp>
        <p:nvSpPr>
          <p:cNvPr id="8" name="Footer Placeholder 4">
            <a:extLst>
              <a:ext uri="{FF2B5EF4-FFF2-40B4-BE49-F238E27FC236}">
                <a16:creationId xmlns:a16="http://schemas.microsoft.com/office/drawing/2014/main" id="{69E3B3EB-A4E5-7548-967B-8BFDC651FFEA}"/>
              </a:ext>
            </a:extLst>
          </p:cNvPr>
          <p:cNvSpPr>
            <a:spLocks noGrp="1"/>
          </p:cNvSpPr>
          <p:nvPr>
            <p:ph type="ftr" sz="quarter" idx="20"/>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56953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and image - teal backgroun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6668674" cy="3937819"/>
          </a:xfrm>
          <a:prstGeom prst="rect">
            <a:avLst/>
          </a:prstGeom>
        </p:spPr>
        <p:txBody>
          <a:bodyPr numCol="1" spcCol="540000"/>
          <a:lstStyle>
            <a:lvl1pPr>
              <a:defRPr sz="1800" b="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7" name="Text Placeholder 5"/>
          <p:cNvSpPr>
            <a:spLocks noGrp="1" noChangeAspect="1"/>
          </p:cNvSpPr>
          <p:nvPr>
            <p:ph type="body" sz="quarter" idx="18"/>
          </p:nvPr>
        </p:nvSpPr>
        <p:spPr>
          <a:xfrm>
            <a:off x="10746830" y="52550"/>
            <a:ext cx="1371600" cy="1371600"/>
          </a:xfrm>
          <a:prstGeom prst="rect">
            <a:avLst/>
          </a:prstGeom>
          <a:blipFill dpi="0" rotWithShape="1">
            <a:blip r:embed="rId3"/>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F7C3E01D-A05F-6641-88C8-039D81415381}"/>
              </a:ext>
            </a:extLst>
          </p:cNvPr>
          <p:cNvSpPr>
            <a:spLocks noGrp="1"/>
          </p:cNvSpPr>
          <p:nvPr>
            <p:ph type="sldNum" sz="quarter" idx="19"/>
          </p:nvPr>
        </p:nvSpPr>
        <p:spPr/>
        <p:txBody>
          <a:bodyPr/>
          <a:lstStyle>
            <a:lvl1pPr algn="l">
              <a:defRPr sz="1200" smtClean="0">
                <a:solidFill>
                  <a:schemeClr val="tx1"/>
                </a:solidFill>
              </a:defRPr>
            </a:lvl1pPr>
          </a:lstStyle>
          <a:p>
            <a:pPr>
              <a:defRPr/>
            </a:pPr>
            <a:fld id="{63ED9659-7380-EA45-87E4-C5C1C609A8BF}" type="slidenum">
              <a:rPr lang="en-GB"/>
              <a:pPr>
                <a:defRPr/>
              </a:pPr>
              <a:t>‹#›</a:t>
            </a:fld>
            <a:endParaRPr lang="en-GB"/>
          </a:p>
        </p:txBody>
      </p:sp>
      <p:sp>
        <p:nvSpPr>
          <p:cNvPr id="8" name="Footer Placeholder 4">
            <a:extLst>
              <a:ext uri="{FF2B5EF4-FFF2-40B4-BE49-F238E27FC236}">
                <a16:creationId xmlns:a16="http://schemas.microsoft.com/office/drawing/2014/main" id="{78C72FD2-76D7-C44D-8199-0621BE354B1B}"/>
              </a:ext>
            </a:extLst>
          </p:cNvPr>
          <p:cNvSpPr>
            <a:spLocks noGrp="1"/>
          </p:cNvSpPr>
          <p:nvPr>
            <p:ph type="ftr" sz="quarter" idx="20"/>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793932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and image - image triangle">
    <p:bg>
      <p:bgPr>
        <a:solidFill>
          <a:srgbClr val="10A991"/>
        </a:solid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6668674" cy="3937819"/>
          </a:xfrm>
          <a:prstGeom prst="rect">
            <a:avLst/>
          </a:prstGeom>
        </p:spPr>
        <p:txBody>
          <a:bodyPr numCol="1" spcCol="540000"/>
          <a:lstStyle>
            <a:lvl1pPr>
              <a:defRPr sz="1800" b="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7" name="Text Placeholder 5"/>
          <p:cNvSpPr>
            <a:spLocks noGrp="1" noChangeAspect="1"/>
          </p:cNvSpPr>
          <p:nvPr>
            <p:ph type="body" sz="quarter" idx="18"/>
          </p:nvPr>
        </p:nvSpPr>
        <p:spPr>
          <a:xfrm>
            <a:off x="10746830" y="52550"/>
            <a:ext cx="1371600" cy="1371600"/>
          </a:xfrm>
          <a:prstGeom prst="rect">
            <a:avLst/>
          </a:prstGeom>
          <a:blipFill dpi="0" rotWithShape="1">
            <a:blip r:embed="rId2"/>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10" name="Picture Placeholder 2"/>
          <p:cNvSpPr>
            <a:spLocks noGrp="1"/>
          </p:cNvSpPr>
          <p:nvPr>
            <p:ph type="pic" sz="quarter" idx="19"/>
          </p:nvPr>
        </p:nvSpPr>
        <p:spPr>
          <a:xfrm>
            <a:off x="8355013" y="1324195"/>
            <a:ext cx="3911106" cy="4794523"/>
          </a:xfrm>
          <a:custGeom>
            <a:avLst/>
            <a:gdLst>
              <a:gd name="connsiteX0" fmla="*/ 0 w 3763962"/>
              <a:gd name="connsiteY0" fmla="*/ 0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0 h 6434138"/>
              <a:gd name="connsiteX0" fmla="*/ 0 w 3763962"/>
              <a:gd name="connsiteY0" fmla="*/ 3878317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3878317 h 6434138"/>
              <a:gd name="connsiteX0" fmla="*/ 0 w 3890086"/>
              <a:gd name="connsiteY0" fmla="*/ 2396358 h 4952179"/>
              <a:gd name="connsiteX1" fmla="*/ 3890086 w 3890086"/>
              <a:gd name="connsiteY1" fmla="*/ 0 h 4952179"/>
              <a:gd name="connsiteX2" fmla="*/ 3763962 w 3890086"/>
              <a:gd name="connsiteY2" fmla="*/ 4952179 h 4952179"/>
              <a:gd name="connsiteX3" fmla="*/ 0 w 3890086"/>
              <a:gd name="connsiteY3" fmla="*/ 4952179 h 4952179"/>
              <a:gd name="connsiteX4" fmla="*/ 0 w 3890086"/>
              <a:gd name="connsiteY4" fmla="*/ 2396358 h 4952179"/>
              <a:gd name="connsiteX0" fmla="*/ 0 w 3911106"/>
              <a:gd name="connsiteY0" fmla="*/ 2396358 h 4952179"/>
              <a:gd name="connsiteX1" fmla="*/ 3890086 w 3911106"/>
              <a:gd name="connsiteY1" fmla="*/ 0 h 4952179"/>
              <a:gd name="connsiteX2" fmla="*/ 3911106 w 3911106"/>
              <a:gd name="connsiteY2" fmla="*/ 3512262 h 4952179"/>
              <a:gd name="connsiteX3" fmla="*/ 0 w 3911106"/>
              <a:gd name="connsiteY3" fmla="*/ 4952179 h 4952179"/>
              <a:gd name="connsiteX4" fmla="*/ 0 w 3911106"/>
              <a:gd name="connsiteY4" fmla="*/ 2396358 h 4952179"/>
              <a:gd name="connsiteX0" fmla="*/ 0 w 3911106"/>
              <a:gd name="connsiteY0" fmla="*/ 2396358 h 4805034"/>
              <a:gd name="connsiteX1" fmla="*/ 3890086 w 3911106"/>
              <a:gd name="connsiteY1" fmla="*/ 0 h 4805034"/>
              <a:gd name="connsiteX2" fmla="*/ 3911106 w 3911106"/>
              <a:gd name="connsiteY2" fmla="*/ 3512262 h 4805034"/>
              <a:gd name="connsiteX3" fmla="*/ 3899338 w 3911106"/>
              <a:gd name="connsiteY3" fmla="*/ 4805034 h 4805034"/>
              <a:gd name="connsiteX4" fmla="*/ 0 w 3911106"/>
              <a:gd name="connsiteY4" fmla="*/ 2396358 h 4805034"/>
              <a:gd name="connsiteX0" fmla="*/ 0 w 3911106"/>
              <a:gd name="connsiteY0" fmla="*/ 2385847 h 4794523"/>
              <a:gd name="connsiteX1" fmla="*/ 3900596 w 3911106"/>
              <a:gd name="connsiteY1" fmla="*/ 0 h 4794523"/>
              <a:gd name="connsiteX2" fmla="*/ 3911106 w 3911106"/>
              <a:gd name="connsiteY2" fmla="*/ 3501751 h 4794523"/>
              <a:gd name="connsiteX3" fmla="*/ 3899338 w 3911106"/>
              <a:gd name="connsiteY3" fmla="*/ 4794523 h 4794523"/>
              <a:gd name="connsiteX4" fmla="*/ 0 w 3911106"/>
              <a:gd name="connsiteY4" fmla="*/ 2385847 h 47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106" h="4794523">
                <a:moveTo>
                  <a:pt x="0" y="2385847"/>
                </a:moveTo>
                <a:lnTo>
                  <a:pt x="3900596" y="0"/>
                </a:lnTo>
                <a:cubicBezTo>
                  <a:pt x="3904099" y="1167250"/>
                  <a:pt x="3907603" y="2334501"/>
                  <a:pt x="3911106" y="3501751"/>
                </a:cubicBezTo>
                <a:lnTo>
                  <a:pt x="3899338" y="4794523"/>
                </a:lnTo>
                <a:lnTo>
                  <a:pt x="0" y="2385847"/>
                </a:lnTo>
                <a:close/>
              </a:path>
            </a:pathLst>
          </a:custGeom>
        </p:spPr>
        <p:txBody>
          <a:bodyPr/>
          <a:lstStyle/>
          <a:p>
            <a:pPr lvl="0"/>
            <a:r>
              <a:rPr lang="en-GB" noProof="0"/>
              <a:t>Click icon to add picture</a:t>
            </a:r>
            <a:endParaRPr lang="en-US" noProof="0"/>
          </a:p>
        </p:txBody>
      </p:sp>
      <p:sp>
        <p:nvSpPr>
          <p:cNvPr id="8" name="Slide Number Placeholder 5">
            <a:extLst>
              <a:ext uri="{FF2B5EF4-FFF2-40B4-BE49-F238E27FC236}">
                <a16:creationId xmlns:a16="http://schemas.microsoft.com/office/drawing/2014/main" id="{5E8B3D66-21E0-1C42-81EB-88D70C416094}"/>
              </a:ext>
            </a:extLst>
          </p:cNvPr>
          <p:cNvSpPr>
            <a:spLocks noGrp="1"/>
          </p:cNvSpPr>
          <p:nvPr>
            <p:ph type="sldNum" sz="quarter" idx="20"/>
          </p:nvPr>
        </p:nvSpPr>
        <p:spPr/>
        <p:txBody>
          <a:bodyPr/>
          <a:lstStyle>
            <a:lvl1pPr algn="l">
              <a:defRPr sz="1200" smtClean="0">
                <a:solidFill>
                  <a:schemeClr val="tx1"/>
                </a:solidFill>
              </a:defRPr>
            </a:lvl1pPr>
          </a:lstStyle>
          <a:p>
            <a:pPr>
              <a:defRPr/>
            </a:pPr>
            <a:fld id="{28DE0EC4-42E4-F244-B66F-8A322AF0C886}" type="slidenum">
              <a:rPr lang="en-GB"/>
              <a:pPr>
                <a:defRPr/>
              </a:pPr>
              <a:t>‹#›</a:t>
            </a:fld>
            <a:endParaRPr lang="en-GB"/>
          </a:p>
        </p:txBody>
      </p:sp>
      <p:sp>
        <p:nvSpPr>
          <p:cNvPr id="11" name="Footer Placeholder 4">
            <a:extLst>
              <a:ext uri="{FF2B5EF4-FFF2-40B4-BE49-F238E27FC236}">
                <a16:creationId xmlns:a16="http://schemas.microsoft.com/office/drawing/2014/main" id="{EB304955-B020-DB45-ADF9-FF16433FCE7C}"/>
              </a:ext>
            </a:extLst>
          </p:cNvPr>
          <p:cNvSpPr>
            <a:spLocks noGrp="1"/>
          </p:cNvSpPr>
          <p:nvPr>
            <p:ph type="ftr" sz="quarter" idx="21"/>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591414756"/>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1 column - orange triangl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8410678" cy="3937819"/>
          </a:xfrm>
          <a:prstGeom prst="rect">
            <a:avLst/>
          </a:prstGeom>
        </p:spPr>
        <p:txBody>
          <a:bodyPr numCol="1"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07BF4CD4-4922-EA4F-8AC5-9FC620FACFC5}"/>
              </a:ext>
            </a:extLst>
          </p:cNvPr>
          <p:cNvSpPr>
            <a:spLocks noGrp="1"/>
          </p:cNvSpPr>
          <p:nvPr>
            <p:ph type="sldNum" sz="quarter" idx="17"/>
          </p:nvPr>
        </p:nvSpPr>
        <p:spPr/>
        <p:txBody>
          <a:bodyPr/>
          <a:lstStyle>
            <a:lvl1pPr algn="l">
              <a:defRPr sz="1200" smtClean="0">
                <a:solidFill>
                  <a:schemeClr val="tx1"/>
                </a:solidFill>
              </a:defRPr>
            </a:lvl1pPr>
          </a:lstStyle>
          <a:p>
            <a:pPr>
              <a:defRPr/>
            </a:pPr>
            <a:fld id="{A9522E65-DD41-1646-AD1A-2E50CB542A7A}" type="slidenum">
              <a:rPr lang="en-GB"/>
              <a:pPr>
                <a:defRPr/>
              </a:pPr>
              <a:t>‹#›</a:t>
            </a:fld>
            <a:endParaRPr lang="en-GB"/>
          </a:p>
        </p:txBody>
      </p:sp>
      <p:sp>
        <p:nvSpPr>
          <p:cNvPr id="6" name="Footer Placeholder 4">
            <a:extLst>
              <a:ext uri="{FF2B5EF4-FFF2-40B4-BE49-F238E27FC236}">
                <a16:creationId xmlns:a16="http://schemas.microsoft.com/office/drawing/2014/main" id="{C3798937-F1EF-9048-818A-A4EFBB56855B}"/>
              </a:ext>
            </a:extLst>
          </p:cNvPr>
          <p:cNvSpPr>
            <a:spLocks noGrp="1"/>
          </p:cNvSpPr>
          <p:nvPr>
            <p:ph type="ftr" sz="quarter" idx="18"/>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243787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and image - orange backgroun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7" name="Text Placeholder 5"/>
          <p:cNvSpPr>
            <a:spLocks noGrp="1" noChangeAspect="1"/>
          </p:cNvSpPr>
          <p:nvPr>
            <p:ph type="body" sz="quarter" idx="18"/>
          </p:nvPr>
        </p:nvSpPr>
        <p:spPr>
          <a:xfrm>
            <a:off x="10746830" y="52550"/>
            <a:ext cx="1371600" cy="1371600"/>
          </a:xfrm>
          <a:prstGeom prst="rect">
            <a:avLst/>
          </a:prstGeom>
          <a:blipFill dpi="0" rotWithShape="1">
            <a:blip r:embed="rId3"/>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8" name="Text Placeholder 7"/>
          <p:cNvSpPr>
            <a:spLocks noGrp="1"/>
          </p:cNvSpPr>
          <p:nvPr>
            <p:ph type="body" sz="quarter" idx="16"/>
          </p:nvPr>
        </p:nvSpPr>
        <p:spPr>
          <a:xfrm>
            <a:off x="467850" y="2153264"/>
            <a:ext cx="6668674" cy="3937819"/>
          </a:xfrm>
          <a:prstGeom prst="rect">
            <a:avLst/>
          </a:prstGeom>
        </p:spPr>
        <p:txBody>
          <a:bodyPr numCol="1" spcCol="540000"/>
          <a:lstStyle>
            <a:lvl1pPr>
              <a:defRPr sz="1800" b="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6" name="Slide Number Placeholder 5">
            <a:extLst>
              <a:ext uri="{FF2B5EF4-FFF2-40B4-BE49-F238E27FC236}">
                <a16:creationId xmlns:a16="http://schemas.microsoft.com/office/drawing/2014/main" id="{B83B22BC-C692-C042-8E93-3F81143B5D3D}"/>
              </a:ext>
            </a:extLst>
          </p:cNvPr>
          <p:cNvSpPr>
            <a:spLocks noGrp="1"/>
          </p:cNvSpPr>
          <p:nvPr>
            <p:ph type="sldNum" sz="quarter" idx="19"/>
          </p:nvPr>
        </p:nvSpPr>
        <p:spPr/>
        <p:txBody>
          <a:bodyPr/>
          <a:lstStyle>
            <a:lvl1pPr algn="l">
              <a:defRPr sz="1200" smtClean="0">
                <a:solidFill>
                  <a:schemeClr val="tx1"/>
                </a:solidFill>
              </a:defRPr>
            </a:lvl1pPr>
          </a:lstStyle>
          <a:p>
            <a:pPr>
              <a:defRPr/>
            </a:pPr>
            <a:fld id="{4A584AEC-112F-E04B-ABA7-FB5C88C57ECF}" type="slidenum">
              <a:rPr lang="en-GB"/>
              <a:pPr>
                <a:defRPr/>
              </a:pPr>
              <a:t>‹#›</a:t>
            </a:fld>
            <a:endParaRPr lang="en-GB"/>
          </a:p>
        </p:txBody>
      </p:sp>
      <p:sp>
        <p:nvSpPr>
          <p:cNvPr id="10" name="Footer Placeholder 4">
            <a:extLst>
              <a:ext uri="{FF2B5EF4-FFF2-40B4-BE49-F238E27FC236}">
                <a16:creationId xmlns:a16="http://schemas.microsoft.com/office/drawing/2014/main" id="{E4FD9456-B089-B046-9884-7B4F68FF1043}"/>
              </a:ext>
            </a:extLst>
          </p:cNvPr>
          <p:cNvSpPr>
            <a:spLocks noGrp="1"/>
          </p:cNvSpPr>
          <p:nvPr>
            <p:ph type="ftr" sz="quarter" idx="20"/>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380445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and image - orange image triangle">
    <p:bg>
      <p:bgPr>
        <a:solidFill>
          <a:srgbClr val="F76919"/>
        </a:solid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7" name="Text Placeholder 5"/>
          <p:cNvSpPr>
            <a:spLocks noGrp="1" noChangeAspect="1"/>
          </p:cNvSpPr>
          <p:nvPr>
            <p:ph type="body" sz="quarter" idx="18"/>
          </p:nvPr>
        </p:nvSpPr>
        <p:spPr>
          <a:xfrm>
            <a:off x="10746830" y="52550"/>
            <a:ext cx="1371600" cy="1371600"/>
          </a:xfrm>
          <a:prstGeom prst="rect">
            <a:avLst/>
          </a:prstGeom>
          <a:blipFill dpi="0" rotWithShape="1">
            <a:blip r:embed="rId2"/>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8" name="Text Placeholder 7"/>
          <p:cNvSpPr>
            <a:spLocks noGrp="1"/>
          </p:cNvSpPr>
          <p:nvPr>
            <p:ph type="body" sz="quarter" idx="16"/>
          </p:nvPr>
        </p:nvSpPr>
        <p:spPr>
          <a:xfrm>
            <a:off x="467850" y="2153264"/>
            <a:ext cx="6668674" cy="3937819"/>
          </a:xfrm>
          <a:prstGeom prst="rect">
            <a:avLst/>
          </a:prstGeom>
        </p:spPr>
        <p:txBody>
          <a:bodyPr numCol="1" spcCol="540000"/>
          <a:lstStyle>
            <a:lvl1pPr>
              <a:defRPr sz="1800" b="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10" name="Picture Placeholder 2"/>
          <p:cNvSpPr>
            <a:spLocks noGrp="1"/>
          </p:cNvSpPr>
          <p:nvPr>
            <p:ph type="pic" sz="quarter" idx="19"/>
          </p:nvPr>
        </p:nvSpPr>
        <p:spPr>
          <a:xfrm>
            <a:off x="8355013" y="1324195"/>
            <a:ext cx="3911106" cy="4794523"/>
          </a:xfrm>
          <a:custGeom>
            <a:avLst/>
            <a:gdLst>
              <a:gd name="connsiteX0" fmla="*/ 0 w 3763962"/>
              <a:gd name="connsiteY0" fmla="*/ 0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0 h 6434138"/>
              <a:gd name="connsiteX0" fmla="*/ 0 w 3763962"/>
              <a:gd name="connsiteY0" fmla="*/ 3878317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3878317 h 6434138"/>
              <a:gd name="connsiteX0" fmla="*/ 0 w 3890086"/>
              <a:gd name="connsiteY0" fmla="*/ 2396358 h 4952179"/>
              <a:gd name="connsiteX1" fmla="*/ 3890086 w 3890086"/>
              <a:gd name="connsiteY1" fmla="*/ 0 h 4952179"/>
              <a:gd name="connsiteX2" fmla="*/ 3763962 w 3890086"/>
              <a:gd name="connsiteY2" fmla="*/ 4952179 h 4952179"/>
              <a:gd name="connsiteX3" fmla="*/ 0 w 3890086"/>
              <a:gd name="connsiteY3" fmla="*/ 4952179 h 4952179"/>
              <a:gd name="connsiteX4" fmla="*/ 0 w 3890086"/>
              <a:gd name="connsiteY4" fmla="*/ 2396358 h 4952179"/>
              <a:gd name="connsiteX0" fmla="*/ 0 w 3911106"/>
              <a:gd name="connsiteY0" fmla="*/ 2396358 h 4952179"/>
              <a:gd name="connsiteX1" fmla="*/ 3890086 w 3911106"/>
              <a:gd name="connsiteY1" fmla="*/ 0 h 4952179"/>
              <a:gd name="connsiteX2" fmla="*/ 3911106 w 3911106"/>
              <a:gd name="connsiteY2" fmla="*/ 3512262 h 4952179"/>
              <a:gd name="connsiteX3" fmla="*/ 0 w 3911106"/>
              <a:gd name="connsiteY3" fmla="*/ 4952179 h 4952179"/>
              <a:gd name="connsiteX4" fmla="*/ 0 w 3911106"/>
              <a:gd name="connsiteY4" fmla="*/ 2396358 h 4952179"/>
              <a:gd name="connsiteX0" fmla="*/ 0 w 3911106"/>
              <a:gd name="connsiteY0" fmla="*/ 2396358 h 4805034"/>
              <a:gd name="connsiteX1" fmla="*/ 3890086 w 3911106"/>
              <a:gd name="connsiteY1" fmla="*/ 0 h 4805034"/>
              <a:gd name="connsiteX2" fmla="*/ 3911106 w 3911106"/>
              <a:gd name="connsiteY2" fmla="*/ 3512262 h 4805034"/>
              <a:gd name="connsiteX3" fmla="*/ 3899338 w 3911106"/>
              <a:gd name="connsiteY3" fmla="*/ 4805034 h 4805034"/>
              <a:gd name="connsiteX4" fmla="*/ 0 w 3911106"/>
              <a:gd name="connsiteY4" fmla="*/ 2396358 h 4805034"/>
              <a:gd name="connsiteX0" fmla="*/ 0 w 3911106"/>
              <a:gd name="connsiteY0" fmla="*/ 2385847 h 4794523"/>
              <a:gd name="connsiteX1" fmla="*/ 3900596 w 3911106"/>
              <a:gd name="connsiteY1" fmla="*/ 0 h 4794523"/>
              <a:gd name="connsiteX2" fmla="*/ 3911106 w 3911106"/>
              <a:gd name="connsiteY2" fmla="*/ 3501751 h 4794523"/>
              <a:gd name="connsiteX3" fmla="*/ 3899338 w 3911106"/>
              <a:gd name="connsiteY3" fmla="*/ 4794523 h 4794523"/>
              <a:gd name="connsiteX4" fmla="*/ 0 w 3911106"/>
              <a:gd name="connsiteY4" fmla="*/ 2385847 h 47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106" h="4794523">
                <a:moveTo>
                  <a:pt x="0" y="2385847"/>
                </a:moveTo>
                <a:lnTo>
                  <a:pt x="3900596" y="0"/>
                </a:lnTo>
                <a:cubicBezTo>
                  <a:pt x="3904099" y="1167250"/>
                  <a:pt x="3907603" y="2334501"/>
                  <a:pt x="3911106" y="3501751"/>
                </a:cubicBezTo>
                <a:lnTo>
                  <a:pt x="3899338" y="4794523"/>
                </a:lnTo>
                <a:lnTo>
                  <a:pt x="0" y="2385847"/>
                </a:lnTo>
                <a:close/>
              </a:path>
            </a:pathLst>
          </a:custGeom>
        </p:spPr>
        <p:txBody>
          <a:bodyPr/>
          <a:lstStyle/>
          <a:p>
            <a:pPr lvl="0"/>
            <a:r>
              <a:rPr lang="en-GB" noProof="0"/>
              <a:t>Click icon to add picture</a:t>
            </a:r>
            <a:endParaRPr lang="en-US" noProof="0"/>
          </a:p>
        </p:txBody>
      </p:sp>
      <p:sp>
        <p:nvSpPr>
          <p:cNvPr id="11" name="Slide Number Placeholder 5">
            <a:extLst>
              <a:ext uri="{FF2B5EF4-FFF2-40B4-BE49-F238E27FC236}">
                <a16:creationId xmlns:a16="http://schemas.microsoft.com/office/drawing/2014/main" id="{0AEC0048-1560-FF4B-A782-7B5DCA6B03CA}"/>
              </a:ext>
            </a:extLst>
          </p:cNvPr>
          <p:cNvSpPr>
            <a:spLocks noGrp="1"/>
          </p:cNvSpPr>
          <p:nvPr>
            <p:ph type="sldNum" sz="quarter" idx="20"/>
          </p:nvPr>
        </p:nvSpPr>
        <p:spPr/>
        <p:txBody>
          <a:bodyPr/>
          <a:lstStyle>
            <a:lvl1pPr algn="l">
              <a:defRPr sz="1200" smtClean="0">
                <a:solidFill>
                  <a:schemeClr val="tx1"/>
                </a:solidFill>
              </a:defRPr>
            </a:lvl1pPr>
          </a:lstStyle>
          <a:p>
            <a:pPr>
              <a:defRPr/>
            </a:pPr>
            <a:fld id="{3FD2A54A-A9D4-E945-A890-D12AC941D4E0}" type="slidenum">
              <a:rPr lang="en-GB"/>
              <a:pPr>
                <a:defRPr/>
              </a:pPr>
              <a:t>‹#›</a:t>
            </a:fld>
            <a:endParaRPr lang="en-GB"/>
          </a:p>
        </p:txBody>
      </p:sp>
      <p:sp>
        <p:nvSpPr>
          <p:cNvPr id="12" name="Footer Placeholder 4">
            <a:extLst>
              <a:ext uri="{FF2B5EF4-FFF2-40B4-BE49-F238E27FC236}">
                <a16:creationId xmlns:a16="http://schemas.microsoft.com/office/drawing/2014/main" id="{3BDFB7A9-9FCD-3A48-86E7-81673B780AFB}"/>
              </a:ext>
            </a:extLst>
          </p:cNvPr>
          <p:cNvSpPr>
            <a:spLocks noGrp="1"/>
          </p:cNvSpPr>
          <p:nvPr>
            <p:ph type="ftr" sz="quarter" idx="21"/>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655863309"/>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2 column - teal triangl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48" y="2153264"/>
            <a:ext cx="8410679" cy="3937819"/>
          </a:xfrm>
          <a:prstGeom prst="rect">
            <a:avLst/>
          </a:prstGeom>
        </p:spPr>
        <p:txBody>
          <a:bodyPr numCol="2" spcCol="540000"/>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B9F5497D-2BFD-9A4D-8BE5-694315A7E906}"/>
              </a:ext>
            </a:extLst>
          </p:cNvPr>
          <p:cNvSpPr>
            <a:spLocks noGrp="1"/>
          </p:cNvSpPr>
          <p:nvPr>
            <p:ph type="sldNum" sz="quarter" idx="17"/>
          </p:nvPr>
        </p:nvSpPr>
        <p:spPr/>
        <p:txBody>
          <a:bodyPr/>
          <a:lstStyle>
            <a:lvl1pPr algn="l">
              <a:defRPr sz="1200" smtClean="0">
                <a:solidFill>
                  <a:schemeClr val="tx1"/>
                </a:solidFill>
              </a:defRPr>
            </a:lvl1pPr>
          </a:lstStyle>
          <a:p>
            <a:pPr>
              <a:defRPr/>
            </a:pPr>
            <a:fld id="{D1D8869A-93EE-D14F-B734-5FB8B676A893}" type="slidenum">
              <a:rPr lang="en-GB"/>
              <a:pPr>
                <a:defRPr/>
              </a:pPr>
              <a:t>‹#›</a:t>
            </a:fld>
            <a:endParaRPr lang="en-GB"/>
          </a:p>
        </p:txBody>
      </p:sp>
      <p:sp>
        <p:nvSpPr>
          <p:cNvPr id="6" name="Footer Placeholder 4">
            <a:extLst>
              <a:ext uri="{FF2B5EF4-FFF2-40B4-BE49-F238E27FC236}">
                <a16:creationId xmlns:a16="http://schemas.microsoft.com/office/drawing/2014/main" id="{358D88E7-03D5-7449-BD88-89B2382D2C1B}"/>
              </a:ext>
            </a:extLst>
          </p:cNvPr>
          <p:cNvSpPr>
            <a:spLocks noGrp="1"/>
          </p:cNvSpPr>
          <p:nvPr>
            <p:ph type="ftr" sz="quarter" idx="18"/>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669339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centre object">
    <p:spTree>
      <p:nvGrpSpPr>
        <p:cNvPr id="1" name=""/>
        <p:cNvGrpSpPr/>
        <p:nvPr/>
      </p:nvGrpSpPr>
      <p:grpSpPr>
        <a:xfrm>
          <a:off x="0" y="0"/>
          <a:ext cx="0" cy="0"/>
          <a:chOff x="0" y="0"/>
          <a:chExt cx="0" cy="0"/>
        </a:xfrm>
      </p:grpSpPr>
      <p:sp>
        <p:nvSpPr>
          <p:cNvPr id="6" name="Content Placeholder 5"/>
          <p:cNvSpPr>
            <a:spLocks noGrp="1"/>
          </p:cNvSpPr>
          <p:nvPr>
            <p:ph sz="quarter" idx="12"/>
          </p:nvPr>
        </p:nvSpPr>
        <p:spPr>
          <a:xfrm>
            <a:off x="490538" y="1758950"/>
            <a:ext cx="10193790" cy="3974666"/>
          </a:xfrm>
          <a:prstGeom prst="rect">
            <a:avLst/>
          </a:prstGeom>
        </p:spPr>
        <p:txBody>
          <a:bodyPr/>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lvl1pPr>
          </a:lstStyle>
          <a:p>
            <a:pPr lvl="0"/>
            <a:r>
              <a:rPr lang="en-GB"/>
              <a:t>Click to edit Master text styles</a:t>
            </a:r>
          </a:p>
          <a:p>
            <a:pPr lvl="1"/>
            <a:r>
              <a:rPr lang="en-GB"/>
              <a:t>Second level</a:t>
            </a:r>
          </a:p>
        </p:txBody>
      </p:sp>
      <p:sp>
        <p:nvSpPr>
          <p:cNvPr id="10"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4" name="Slide Number Placeholder 5">
            <a:extLst>
              <a:ext uri="{FF2B5EF4-FFF2-40B4-BE49-F238E27FC236}">
                <a16:creationId xmlns:a16="http://schemas.microsoft.com/office/drawing/2014/main" id="{E93FCAA1-31B4-3348-AE75-53D15D64E28C}"/>
              </a:ext>
            </a:extLst>
          </p:cNvPr>
          <p:cNvSpPr>
            <a:spLocks noGrp="1"/>
          </p:cNvSpPr>
          <p:nvPr>
            <p:ph type="sldNum" sz="quarter" idx="13"/>
          </p:nvPr>
        </p:nvSpPr>
        <p:spPr/>
        <p:txBody>
          <a:bodyPr/>
          <a:lstStyle>
            <a:lvl1pPr>
              <a:defRPr/>
            </a:lvl1pPr>
          </a:lstStyle>
          <a:p>
            <a:pPr>
              <a:defRPr/>
            </a:pPr>
            <a:fld id="{14870A5E-3649-BF4A-8DD3-071B540F834E}" type="slidenum">
              <a:rPr lang="en-GB"/>
              <a:pPr>
                <a:defRPr/>
              </a:pPr>
              <a:t>‹#›</a:t>
            </a:fld>
            <a:endParaRPr lang="en-GB"/>
          </a:p>
        </p:txBody>
      </p:sp>
      <p:sp>
        <p:nvSpPr>
          <p:cNvPr id="5" name="Footer Placeholder 4">
            <a:extLst>
              <a:ext uri="{FF2B5EF4-FFF2-40B4-BE49-F238E27FC236}">
                <a16:creationId xmlns:a16="http://schemas.microsoft.com/office/drawing/2014/main" id="{854E2C56-4050-0B4E-BFC8-CB9C7B70CDEB}"/>
              </a:ext>
            </a:extLst>
          </p:cNvPr>
          <p:cNvSpPr>
            <a:spLocks noGrp="1"/>
          </p:cNvSpPr>
          <p:nvPr>
            <p:ph type="ftr" sz="quarter" idx="14"/>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117592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full page 2 column">
    <p:spTree>
      <p:nvGrpSpPr>
        <p:cNvPr id="1" name=""/>
        <p:cNvGrpSpPr/>
        <p:nvPr/>
      </p:nvGrpSpPr>
      <p:grpSpPr>
        <a:xfrm>
          <a:off x="0" y="0"/>
          <a:ext cx="0" cy="0"/>
          <a:chOff x="0" y="0"/>
          <a:chExt cx="0" cy="0"/>
        </a:xfrm>
      </p:grpSpPr>
      <p:sp>
        <p:nvSpPr>
          <p:cNvPr id="15"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6" name="Text Placeholder 7"/>
          <p:cNvSpPr>
            <a:spLocks noGrp="1"/>
          </p:cNvSpPr>
          <p:nvPr>
            <p:ph type="body" sz="quarter" idx="15"/>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17" name="Text Placeholder 7"/>
          <p:cNvSpPr>
            <a:spLocks noGrp="1"/>
          </p:cNvSpPr>
          <p:nvPr>
            <p:ph type="body" sz="quarter" idx="16"/>
          </p:nvPr>
        </p:nvSpPr>
        <p:spPr>
          <a:xfrm>
            <a:off x="467850" y="2153264"/>
            <a:ext cx="11271866" cy="3937819"/>
          </a:xfrm>
          <a:prstGeom prst="rect">
            <a:avLst/>
          </a:prstGeom>
        </p:spPr>
        <p:txBody>
          <a:bodyPr numCol="2"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8B2B46AD-2E99-7649-9528-2139B8ACBCAD}"/>
              </a:ext>
            </a:extLst>
          </p:cNvPr>
          <p:cNvSpPr>
            <a:spLocks noGrp="1"/>
          </p:cNvSpPr>
          <p:nvPr>
            <p:ph type="sldNum" sz="quarter" idx="17"/>
          </p:nvPr>
        </p:nvSpPr>
        <p:spPr/>
        <p:txBody>
          <a:bodyPr/>
          <a:lstStyle>
            <a:lvl1pPr>
              <a:defRPr/>
            </a:lvl1pPr>
          </a:lstStyle>
          <a:p>
            <a:pPr>
              <a:defRPr/>
            </a:pPr>
            <a:fld id="{67CA7A35-93BF-5243-BD21-D751103D0EF0}" type="slidenum">
              <a:rPr lang="en-GB"/>
              <a:pPr>
                <a:defRPr/>
              </a:pPr>
              <a:t>‹#›</a:t>
            </a:fld>
            <a:endParaRPr lang="en-GB"/>
          </a:p>
        </p:txBody>
      </p:sp>
      <p:sp>
        <p:nvSpPr>
          <p:cNvPr id="6" name="Footer Placeholder 4">
            <a:extLst>
              <a:ext uri="{FF2B5EF4-FFF2-40B4-BE49-F238E27FC236}">
                <a16:creationId xmlns:a16="http://schemas.microsoft.com/office/drawing/2014/main" id="{99D60F60-B40E-9D45-9537-7E4C9FBB298F}"/>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3674421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full page turquoise">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FD2B6D6-A3BB-EA42-A116-1DA1ECA4E923}"/>
              </a:ext>
            </a:extLst>
          </p:cNvPr>
          <p:cNvSpPr/>
          <p:nvPr userDrawn="1"/>
        </p:nvSpPr>
        <p:spPr>
          <a:xfrm rot="16200000">
            <a:off x="3430927" y="-3430927"/>
            <a:ext cx="1814053" cy="8675907"/>
          </a:xfrm>
          <a:custGeom>
            <a:avLst/>
            <a:gdLst>
              <a:gd name="connsiteX0" fmla="*/ 1814053 w 1814053"/>
              <a:gd name="connsiteY0" fmla="*/ 0 h 8675907"/>
              <a:gd name="connsiteX1" fmla="*/ 1814053 w 1814053"/>
              <a:gd name="connsiteY1" fmla="*/ 6866792 h 8675907"/>
              <a:gd name="connsiteX2" fmla="*/ 1814053 w 1814053"/>
              <a:gd name="connsiteY2" fmla="*/ 8675686 h 8675907"/>
              <a:gd name="connsiteX3" fmla="*/ 1809684 w 1814053"/>
              <a:gd name="connsiteY3" fmla="*/ 8675907 h 8675907"/>
              <a:gd name="connsiteX4" fmla="*/ 9313 w 1814053"/>
              <a:gd name="connsiteY4" fmla="*/ 7051226 h 8675907"/>
              <a:gd name="connsiteX5" fmla="*/ 0 w 1814053"/>
              <a:gd name="connsiteY5" fmla="*/ 6866792 h 8675907"/>
              <a:gd name="connsiteX6" fmla="*/ 0 w 1814053"/>
              <a:gd name="connsiteY6" fmla="*/ 0 h 867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4053" h="8675907">
                <a:moveTo>
                  <a:pt x="1814053" y="0"/>
                </a:moveTo>
                <a:lnTo>
                  <a:pt x="1814053" y="6866792"/>
                </a:lnTo>
                <a:lnTo>
                  <a:pt x="1814053" y="8675686"/>
                </a:lnTo>
                <a:lnTo>
                  <a:pt x="1809684" y="8675907"/>
                </a:lnTo>
                <a:cubicBezTo>
                  <a:pt x="872673" y="8675907"/>
                  <a:pt x="101988" y="7963786"/>
                  <a:pt x="9313" y="7051226"/>
                </a:cubicBezTo>
                <a:lnTo>
                  <a:pt x="0" y="6866792"/>
                </a:lnTo>
                <a:lnTo>
                  <a:pt x="0" y="0"/>
                </a:lnTo>
                <a:close/>
              </a:path>
            </a:pathLst>
          </a:custGeom>
          <a:solidFill>
            <a:srgbClr val="10A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Title 1"/>
          <p:cNvSpPr>
            <a:spLocks noGrp="1"/>
          </p:cNvSpPr>
          <p:nvPr>
            <p:ph type="title"/>
          </p:nvPr>
        </p:nvSpPr>
        <p:spPr>
          <a:xfrm>
            <a:off x="482598" y="457200"/>
            <a:ext cx="6898594"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16" name="Text Placeholder 7"/>
          <p:cNvSpPr>
            <a:spLocks noGrp="1"/>
          </p:cNvSpPr>
          <p:nvPr>
            <p:ph type="body" sz="quarter" idx="15"/>
          </p:nvPr>
        </p:nvSpPr>
        <p:spPr>
          <a:xfrm>
            <a:off x="482599" y="1393825"/>
            <a:ext cx="6898595"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17" name="Text Placeholder 7"/>
          <p:cNvSpPr>
            <a:spLocks noGrp="1"/>
          </p:cNvSpPr>
          <p:nvPr>
            <p:ph type="body" sz="quarter" idx="16"/>
          </p:nvPr>
        </p:nvSpPr>
        <p:spPr>
          <a:xfrm>
            <a:off x="467850" y="2153264"/>
            <a:ext cx="11271866" cy="3937819"/>
          </a:xfrm>
          <a:prstGeom prst="rect">
            <a:avLst/>
          </a:prstGeom>
        </p:spPr>
        <p:txBody>
          <a:bodyPr numCol="3"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7BC98FD2-9605-F541-B5B7-B89B065FDD76}"/>
              </a:ext>
            </a:extLst>
          </p:cNvPr>
          <p:cNvSpPr>
            <a:spLocks noGrp="1"/>
          </p:cNvSpPr>
          <p:nvPr>
            <p:ph type="sldNum" sz="quarter" idx="17"/>
          </p:nvPr>
        </p:nvSpPr>
        <p:spPr/>
        <p:txBody>
          <a:bodyPr/>
          <a:lstStyle>
            <a:lvl1pPr>
              <a:defRPr/>
            </a:lvl1pPr>
          </a:lstStyle>
          <a:p>
            <a:pPr>
              <a:defRPr/>
            </a:pPr>
            <a:fld id="{D8199C2E-A5B0-5343-BBBD-90F88C8E4B5A}" type="slidenum">
              <a:rPr lang="en-GB"/>
              <a:pPr>
                <a:defRPr/>
              </a:pPr>
              <a:t>‹#›</a:t>
            </a:fld>
            <a:endParaRPr lang="en-GB"/>
          </a:p>
        </p:txBody>
      </p:sp>
      <p:sp>
        <p:nvSpPr>
          <p:cNvPr id="6" name="Footer Placeholder 4">
            <a:extLst>
              <a:ext uri="{FF2B5EF4-FFF2-40B4-BE49-F238E27FC236}">
                <a16:creationId xmlns:a16="http://schemas.microsoft.com/office/drawing/2014/main" id="{D8C72FDB-A3E0-894A-86D3-76DE85B1D730}"/>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976501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full page orange">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9C43D456-ACFB-0248-B547-3E004F0F1C46}"/>
              </a:ext>
            </a:extLst>
          </p:cNvPr>
          <p:cNvSpPr/>
          <p:nvPr userDrawn="1"/>
        </p:nvSpPr>
        <p:spPr>
          <a:xfrm rot="16200000">
            <a:off x="3430927" y="-3430927"/>
            <a:ext cx="1814053" cy="8675907"/>
          </a:xfrm>
          <a:custGeom>
            <a:avLst/>
            <a:gdLst>
              <a:gd name="connsiteX0" fmla="*/ 1814053 w 1814053"/>
              <a:gd name="connsiteY0" fmla="*/ 0 h 8675907"/>
              <a:gd name="connsiteX1" fmla="*/ 1814053 w 1814053"/>
              <a:gd name="connsiteY1" fmla="*/ 6866792 h 8675907"/>
              <a:gd name="connsiteX2" fmla="*/ 1814053 w 1814053"/>
              <a:gd name="connsiteY2" fmla="*/ 8675686 h 8675907"/>
              <a:gd name="connsiteX3" fmla="*/ 1809684 w 1814053"/>
              <a:gd name="connsiteY3" fmla="*/ 8675907 h 8675907"/>
              <a:gd name="connsiteX4" fmla="*/ 9313 w 1814053"/>
              <a:gd name="connsiteY4" fmla="*/ 7051226 h 8675907"/>
              <a:gd name="connsiteX5" fmla="*/ 0 w 1814053"/>
              <a:gd name="connsiteY5" fmla="*/ 6866792 h 8675907"/>
              <a:gd name="connsiteX6" fmla="*/ 0 w 1814053"/>
              <a:gd name="connsiteY6" fmla="*/ 0 h 867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4053" h="8675907">
                <a:moveTo>
                  <a:pt x="1814053" y="0"/>
                </a:moveTo>
                <a:lnTo>
                  <a:pt x="1814053" y="6866792"/>
                </a:lnTo>
                <a:lnTo>
                  <a:pt x="1814053" y="8675686"/>
                </a:lnTo>
                <a:lnTo>
                  <a:pt x="1809684" y="8675907"/>
                </a:lnTo>
                <a:cubicBezTo>
                  <a:pt x="872673" y="8675907"/>
                  <a:pt x="101988" y="7963786"/>
                  <a:pt x="9313" y="7051226"/>
                </a:cubicBezTo>
                <a:lnTo>
                  <a:pt x="0" y="686679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Title 1"/>
          <p:cNvSpPr>
            <a:spLocks noGrp="1"/>
          </p:cNvSpPr>
          <p:nvPr>
            <p:ph type="title"/>
          </p:nvPr>
        </p:nvSpPr>
        <p:spPr>
          <a:xfrm>
            <a:off x="482598" y="457200"/>
            <a:ext cx="6898594"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16" name="Text Placeholder 7"/>
          <p:cNvSpPr>
            <a:spLocks noGrp="1"/>
          </p:cNvSpPr>
          <p:nvPr>
            <p:ph type="body" sz="quarter" idx="15"/>
          </p:nvPr>
        </p:nvSpPr>
        <p:spPr>
          <a:xfrm>
            <a:off x="482599" y="1393825"/>
            <a:ext cx="6898595"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17" name="Text Placeholder 7"/>
          <p:cNvSpPr>
            <a:spLocks noGrp="1"/>
          </p:cNvSpPr>
          <p:nvPr>
            <p:ph type="body" sz="quarter" idx="16"/>
          </p:nvPr>
        </p:nvSpPr>
        <p:spPr>
          <a:xfrm>
            <a:off x="467850" y="2153264"/>
            <a:ext cx="11271866" cy="3937819"/>
          </a:xfrm>
          <a:prstGeom prst="rect">
            <a:avLst/>
          </a:prstGeom>
        </p:spPr>
        <p:txBody>
          <a:bodyPr numCol="1"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DB516B6B-B0A5-7E4B-B6EE-BE5C1FC8C20E}"/>
              </a:ext>
            </a:extLst>
          </p:cNvPr>
          <p:cNvSpPr>
            <a:spLocks noGrp="1"/>
          </p:cNvSpPr>
          <p:nvPr>
            <p:ph type="sldNum" sz="quarter" idx="17"/>
          </p:nvPr>
        </p:nvSpPr>
        <p:spPr/>
        <p:txBody>
          <a:bodyPr/>
          <a:lstStyle>
            <a:lvl1pPr>
              <a:defRPr/>
            </a:lvl1pPr>
          </a:lstStyle>
          <a:p>
            <a:pPr>
              <a:defRPr/>
            </a:pPr>
            <a:fld id="{911357B6-3E37-E848-B6FC-95A0BBC15E6E}" type="slidenum">
              <a:rPr lang="en-GB"/>
              <a:pPr>
                <a:defRPr/>
              </a:pPr>
              <a:t>‹#›</a:t>
            </a:fld>
            <a:endParaRPr lang="en-GB"/>
          </a:p>
        </p:txBody>
      </p:sp>
      <p:sp>
        <p:nvSpPr>
          <p:cNvPr id="6" name="Footer Placeholder 4">
            <a:extLst>
              <a:ext uri="{FF2B5EF4-FFF2-40B4-BE49-F238E27FC236}">
                <a16:creationId xmlns:a16="http://schemas.microsoft.com/office/drawing/2014/main" id="{AA737CCF-84F4-EC4C-A154-180537A797EB}"/>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4023045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3 box style 1">
    <p:spTree>
      <p:nvGrpSpPr>
        <p:cNvPr id="1" name=""/>
        <p:cNvGrpSpPr/>
        <p:nvPr/>
      </p:nvGrpSpPr>
      <p:grpSpPr>
        <a:xfrm>
          <a:off x="0" y="0"/>
          <a:ext cx="0" cy="0"/>
          <a:chOff x="0" y="0"/>
          <a:chExt cx="0" cy="0"/>
        </a:xfrm>
      </p:grpSpPr>
      <p:sp>
        <p:nvSpPr>
          <p:cNvPr id="10" name="Text Placeholder 7"/>
          <p:cNvSpPr>
            <a:spLocks noGrp="1"/>
          </p:cNvSpPr>
          <p:nvPr>
            <p:ph type="body" sz="quarter" idx="15"/>
          </p:nvPr>
        </p:nvSpPr>
        <p:spPr>
          <a:xfrm>
            <a:off x="6597851" y="2145890"/>
            <a:ext cx="2879725" cy="3831214"/>
          </a:xfrm>
          <a:prstGeom prst="rect">
            <a:avLst/>
          </a:prstGeo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7"/>
          <p:cNvSpPr>
            <a:spLocks noGrp="1"/>
          </p:cNvSpPr>
          <p:nvPr>
            <p:ph type="body" sz="quarter" idx="14"/>
          </p:nvPr>
        </p:nvSpPr>
        <p:spPr>
          <a:xfrm>
            <a:off x="3530801" y="2145890"/>
            <a:ext cx="2879725" cy="3831214"/>
          </a:xfrm>
          <a:prstGeom prst="rect">
            <a:avLst/>
          </a:prstGeo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3"/>
          </p:nvPr>
        </p:nvSpPr>
        <p:spPr>
          <a:xfrm>
            <a:off x="463751" y="2145890"/>
            <a:ext cx="2879725" cy="3831214"/>
          </a:xfrm>
          <a:prstGeom prst="rect">
            <a:avLst/>
          </a:prstGeo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4" name="Text Placeholder 7"/>
          <p:cNvSpPr>
            <a:spLocks noGrp="1"/>
          </p:cNvSpPr>
          <p:nvPr>
            <p:ph type="body" sz="quarter" idx="16"/>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7" name="Slide Number Placeholder 5">
            <a:extLst>
              <a:ext uri="{FF2B5EF4-FFF2-40B4-BE49-F238E27FC236}">
                <a16:creationId xmlns:a16="http://schemas.microsoft.com/office/drawing/2014/main" id="{EC070DBC-D132-544E-814D-57E09D8A7046}"/>
              </a:ext>
            </a:extLst>
          </p:cNvPr>
          <p:cNvSpPr>
            <a:spLocks noGrp="1"/>
          </p:cNvSpPr>
          <p:nvPr>
            <p:ph type="sldNum" sz="quarter" idx="17"/>
          </p:nvPr>
        </p:nvSpPr>
        <p:spPr/>
        <p:txBody>
          <a:bodyPr/>
          <a:lstStyle>
            <a:lvl1pPr>
              <a:defRPr/>
            </a:lvl1pPr>
          </a:lstStyle>
          <a:p>
            <a:pPr>
              <a:defRPr/>
            </a:pPr>
            <a:fld id="{7CA1376D-353D-204C-B3C0-EDAAD0C1FF59}" type="slidenum">
              <a:rPr lang="en-GB"/>
              <a:pPr>
                <a:defRPr/>
              </a:pPr>
              <a:t>‹#›</a:t>
            </a:fld>
            <a:endParaRPr lang="en-GB"/>
          </a:p>
        </p:txBody>
      </p:sp>
      <p:sp>
        <p:nvSpPr>
          <p:cNvPr id="11" name="Footer Placeholder 4">
            <a:extLst>
              <a:ext uri="{FF2B5EF4-FFF2-40B4-BE49-F238E27FC236}">
                <a16:creationId xmlns:a16="http://schemas.microsoft.com/office/drawing/2014/main" id="{6A8EDBCD-8F54-9042-862C-592F9CBEF009}"/>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857529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3 box style orange">
    <p:spTree>
      <p:nvGrpSpPr>
        <p:cNvPr id="1" name=""/>
        <p:cNvGrpSpPr/>
        <p:nvPr/>
      </p:nvGrpSpPr>
      <p:grpSpPr>
        <a:xfrm>
          <a:off x="0" y="0"/>
          <a:ext cx="0" cy="0"/>
          <a:chOff x="0" y="0"/>
          <a:chExt cx="0" cy="0"/>
        </a:xfrm>
      </p:grpSpPr>
      <p:sp>
        <p:nvSpPr>
          <p:cNvPr id="12" name="Text Placeholder 7"/>
          <p:cNvSpPr>
            <a:spLocks noGrp="1"/>
          </p:cNvSpPr>
          <p:nvPr>
            <p:ph type="body" sz="quarter" idx="15"/>
          </p:nvPr>
        </p:nvSpPr>
        <p:spPr>
          <a:xfrm>
            <a:off x="7025063" y="2138515"/>
            <a:ext cx="2865120" cy="3816464"/>
          </a:xfrm>
          <a:prstGeom prst="roundRect">
            <a:avLst>
              <a:gd name="adj" fmla="val 4645"/>
            </a:avLst>
          </a:prstGeom>
          <a:ln w="19050">
            <a:solidFill>
              <a:schemeClr val="accent3"/>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7"/>
          <p:cNvSpPr>
            <a:spLocks noGrp="1"/>
          </p:cNvSpPr>
          <p:nvPr>
            <p:ph type="body" sz="quarter" idx="14"/>
          </p:nvPr>
        </p:nvSpPr>
        <p:spPr>
          <a:xfrm>
            <a:off x="3733223" y="2138516"/>
            <a:ext cx="2865120" cy="3816464"/>
          </a:xfrm>
          <a:prstGeom prst="roundRect">
            <a:avLst>
              <a:gd name="adj" fmla="val 4645"/>
            </a:avLst>
          </a:prstGeom>
          <a:ln w="19050">
            <a:solidFill>
              <a:schemeClr val="accent3"/>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3"/>
          </p:nvPr>
        </p:nvSpPr>
        <p:spPr>
          <a:xfrm>
            <a:off x="449003" y="2138517"/>
            <a:ext cx="2865120" cy="3816464"/>
          </a:xfrm>
          <a:prstGeom prst="roundRect">
            <a:avLst>
              <a:gd name="adj" fmla="val 4645"/>
            </a:avLst>
          </a:prstGeom>
          <a:ln w="19050">
            <a:solidFill>
              <a:schemeClr val="accent3"/>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4" name="Text Placeholder 7"/>
          <p:cNvSpPr>
            <a:spLocks noGrp="1"/>
          </p:cNvSpPr>
          <p:nvPr>
            <p:ph type="body" sz="quarter" idx="16"/>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7" name="Slide Number Placeholder 5">
            <a:extLst>
              <a:ext uri="{FF2B5EF4-FFF2-40B4-BE49-F238E27FC236}">
                <a16:creationId xmlns:a16="http://schemas.microsoft.com/office/drawing/2014/main" id="{804DFCE5-8E5B-0D47-9FFA-21B8E906B660}"/>
              </a:ext>
            </a:extLst>
          </p:cNvPr>
          <p:cNvSpPr>
            <a:spLocks noGrp="1"/>
          </p:cNvSpPr>
          <p:nvPr>
            <p:ph type="sldNum" sz="quarter" idx="17"/>
          </p:nvPr>
        </p:nvSpPr>
        <p:spPr/>
        <p:txBody>
          <a:bodyPr/>
          <a:lstStyle>
            <a:lvl1pPr>
              <a:defRPr/>
            </a:lvl1pPr>
          </a:lstStyle>
          <a:p>
            <a:pPr>
              <a:defRPr/>
            </a:pPr>
            <a:fld id="{69ECA5AB-AD01-3C48-B635-90A35F40B1E7}" type="slidenum">
              <a:rPr lang="en-GB"/>
              <a:pPr>
                <a:defRPr/>
              </a:pPr>
              <a:t>‹#›</a:t>
            </a:fld>
            <a:endParaRPr lang="en-GB"/>
          </a:p>
        </p:txBody>
      </p:sp>
      <p:sp>
        <p:nvSpPr>
          <p:cNvPr id="9" name="Footer Placeholder 4">
            <a:extLst>
              <a:ext uri="{FF2B5EF4-FFF2-40B4-BE49-F238E27FC236}">
                <a16:creationId xmlns:a16="http://schemas.microsoft.com/office/drawing/2014/main" id="{1E2DAC39-2516-6B4C-9EF0-4B87522CA823}"/>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9484786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 3 box style teal">
    <p:spTree>
      <p:nvGrpSpPr>
        <p:cNvPr id="1" name=""/>
        <p:cNvGrpSpPr/>
        <p:nvPr/>
      </p:nvGrpSpPr>
      <p:grpSpPr>
        <a:xfrm>
          <a:off x="0" y="0"/>
          <a:ext cx="0" cy="0"/>
          <a:chOff x="0" y="0"/>
          <a:chExt cx="0" cy="0"/>
        </a:xfrm>
      </p:grpSpPr>
      <p:sp>
        <p:nvSpPr>
          <p:cNvPr id="12" name="Text Placeholder 7"/>
          <p:cNvSpPr>
            <a:spLocks noGrp="1"/>
          </p:cNvSpPr>
          <p:nvPr>
            <p:ph type="body" sz="quarter" idx="15"/>
          </p:nvPr>
        </p:nvSpPr>
        <p:spPr>
          <a:xfrm>
            <a:off x="7025063" y="2138515"/>
            <a:ext cx="2865120" cy="3816464"/>
          </a:xfrm>
          <a:prstGeom prst="roundRect">
            <a:avLst>
              <a:gd name="adj" fmla="val 4645"/>
            </a:avLst>
          </a:prstGeom>
          <a:ln w="19050">
            <a:solidFill>
              <a:srgbClr val="10A99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7"/>
          <p:cNvSpPr>
            <a:spLocks noGrp="1"/>
          </p:cNvSpPr>
          <p:nvPr>
            <p:ph type="body" sz="quarter" idx="14"/>
          </p:nvPr>
        </p:nvSpPr>
        <p:spPr>
          <a:xfrm>
            <a:off x="3733223" y="2138516"/>
            <a:ext cx="2865120" cy="3816464"/>
          </a:xfrm>
          <a:prstGeom prst="roundRect">
            <a:avLst>
              <a:gd name="adj" fmla="val 4645"/>
            </a:avLst>
          </a:prstGeom>
          <a:ln w="19050">
            <a:solidFill>
              <a:srgbClr val="10A99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3"/>
          </p:nvPr>
        </p:nvSpPr>
        <p:spPr>
          <a:xfrm>
            <a:off x="449003" y="2138517"/>
            <a:ext cx="2865120" cy="3816464"/>
          </a:xfrm>
          <a:prstGeom prst="roundRect">
            <a:avLst>
              <a:gd name="adj" fmla="val 4645"/>
            </a:avLst>
          </a:prstGeom>
          <a:ln w="19050">
            <a:solidFill>
              <a:srgbClr val="10A99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4" name="Text Placeholder 7"/>
          <p:cNvSpPr>
            <a:spLocks noGrp="1"/>
          </p:cNvSpPr>
          <p:nvPr>
            <p:ph type="body" sz="quarter" idx="16"/>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7" name="Slide Number Placeholder 5">
            <a:extLst>
              <a:ext uri="{FF2B5EF4-FFF2-40B4-BE49-F238E27FC236}">
                <a16:creationId xmlns:a16="http://schemas.microsoft.com/office/drawing/2014/main" id="{FA05AB8D-5ACF-6941-965C-04990102232E}"/>
              </a:ext>
            </a:extLst>
          </p:cNvPr>
          <p:cNvSpPr>
            <a:spLocks noGrp="1"/>
          </p:cNvSpPr>
          <p:nvPr>
            <p:ph type="sldNum" sz="quarter" idx="17"/>
          </p:nvPr>
        </p:nvSpPr>
        <p:spPr/>
        <p:txBody>
          <a:bodyPr/>
          <a:lstStyle>
            <a:lvl1pPr>
              <a:defRPr/>
            </a:lvl1pPr>
          </a:lstStyle>
          <a:p>
            <a:pPr>
              <a:defRPr/>
            </a:pPr>
            <a:fld id="{1F592902-667D-AE47-9B1A-27EE3B4F4C0F}" type="slidenum">
              <a:rPr lang="en-GB"/>
              <a:pPr>
                <a:defRPr/>
              </a:pPr>
              <a:t>‹#›</a:t>
            </a:fld>
            <a:endParaRPr lang="en-GB"/>
          </a:p>
        </p:txBody>
      </p:sp>
      <p:sp>
        <p:nvSpPr>
          <p:cNvPr id="9" name="Footer Placeholder 4">
            <a:extLst>
              <a:ext uri="{FF2B5EF4-FFF2-40B4-BE49-F238E27FC236}">
                <a16:creationId xmlns:a16="http://schemas.microsoft.com/office/drawing/2014/main" id="{9775AEB9-A585-5743-ACBE-8915FC0FA684}"/>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370881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 2 box style orange">
    <p:spTree>
      <p:nvGrpSpPr>
        <p:cNvPr id="1" name=""/>
        <p:cNvGrpSpPr/>
        <p:nvPr/>
      </p:nvGrpSpPr>
      <p:grpSpPr>
        <a:xfrm>
          <a:off x="0" y="0"/>
          <a:ext cx="0" cy="0"/>
          <a:chOff x="0" y="0"/>
          <a:chExt cx="0" cy="0"/>
        </a:xfrm>
      </p:grpSpPr>
      <p:sp>
        <p:nvSpPr>
          <p:cNvPr id="11" name="Text Placeholder 7"/>
          <p:cNvSpPr>
            <a:spLocks noGrp="1"/>
          </p:cNvSpPr>
          <p:nvPr>
            <p:ph type="body" sz="quarter" idx="14"/>
          </p:nvPr>
        </p:nvSpPr>
        <p:spPr>
          <a:xfrm>
            <a:off x="5562667" y="2122171"/>
            <a:ext cx="4658232" cy="3832810"/>
          </a:xfrm>
          <a:prstGeom prst="roundRect">
            <a:avLst>
              <a:gd name="adj" fmla="val 4645"/>
            </a:avLst>
          </a:prstGeom>
          <a:ln w="19050">
            <a:solidFill>
              <a:schemeClr val="accent3"/>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3"/>
          </p:nvPr>
        </p:nvSpPr>
        <p:spPr>
          <a:xfrm>
            <a:off x="453102" y="2122171"/>
            <a:ext cx="4650105" cy="3832810"/>
          </a:xfrm>
          <a:prstGeom prst="roundRect">
            <a:avLst>
              <a:gd name="adj" fmla="val 4645"/>
            </a:avLst>
          </a:prstGeom>
          <a:ln w="19050">
            <a:solidFill>
              <a:schemeClr val="accent3"/>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3" name="Text Placeholder 7"/>
          <p:cNvSpPr>
            <a:spLocks noGrp="1"/>
          </p:cNvSpPr>
          <p:nvPr>
            <p:ph type="body" sz="quarter" idx="16"/>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6" name="Slide Number Placeholder 5">
            <a:extLst>
              <a:ext uri="{FF2B5EF4-FFF2-40B4-BE49-F238E27FC236}">
                <a16:creationId xmlns:a16="http://schemas.microsoft.com/office/drawing/2014/main" id="{DD4EBCC6-01B3-F44A-8359-B054CDBC1503}"/>
              </a:ext>
            </a:extLst>
          </p:cNvPr>
          <p:cNvSpPr>
            <a:spLocks noGrp="1"/>
          </p:cNvSpPr>
          <p:nvPr>
            <p:ph type="sldNum" sz="quarter" idx="17"/>
          </p:nvPr>
        </p:nvSpPr>
        <p:spPr/>
        <p:txBody>
          <a:bodyPr/>
          <a:lstStyle>
            <a:lvl1pPr>
              <a:defRPr/>
            </a:lvl1pPr>
          </a:lstStyle>
          <a:p>
            <a:pPr>
              <a:defRPr/>
            </a:pPr>
            <a:fld id="{DC5A9A32-14A3-1E44-BF7D-1B85F5A2D1D6}" type="slidenum">
              <a:rPr lang="en-GB"/>
              <a:pPr>
                <a:defRPr/>
              </a:pPr>
              <a:t>‹#›</a:t>
            </a:fld>
            <a:endParaRPr lang="en-GB"/>
          </a:p>
        </p:txBody>
      </p:sp>
      <p:sp>
        <p:nvSpPr>
          <p:cNvPr id="7" name="Footer Placeholder 4">
            <a:extLst>
              <a:ext uri="{FF2B5EF4-FFF2-40B4-BE49-F238E27FC236}">
                <a16:creationId xmlns:a16="http://schemas.microsoft.com/office/drawing/2014/main" id="{2B5EB66F-6AA0-AD4E-993F-08B05D0AD1E3}"/>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1699341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 2 box style teal">
    <p:spTree>
      <p:nvGrpSpPr>
        <p:cNvPr id="1" name=""/>
        <p:cNvGrpSpPr/>
        <p:nvPr/>
      </p:nvGrpSpPr>
      <p:grpSpPr>
        <a:xfrm>
          <a:off x="0" y="0"/>
          <a:ext cx="0" cy="0"/>
          <a:chOff x="0" y="0"/>
          <a:chExt cx="0" cy="0"/>
        </a:xfrm>
      </p:grpSpPr>
      <p:sp>
        <p:nvSpPr>
          <p:cNvPr id="11" name="Text Placeholder 7"/>
          <p:cNvSpPr>
            <a:spLocks noGrp="1"/>
          </p:cNvSpPr>
          <p:nvPr>
            <p:ph type="body" sz="quarter" idx="14"/>
          </p:nvPr>
        </p:nvSpPr>
        <p:spPr>
          <a:xfrm>
            <a:off x="5562667" y="2122171"/>
            <a:ext cx="4658232" cy="3832810"/>
          </a:xfrm>
          <a:prstGeom prst="roundRect">
            <a:avLst>
              <a:gd name="adj" fmla="val 4645"/>
            </a:avLst>
          </a:prstGeom>
          <a:ln w="19050">
            <a:solidFill>
              <a:srgbClr val="10A99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3"/>
          </p:nvPr>
        </p:nvSpPr>
        <p:spPr>
          <a:xfrm>
            <a:off x="453102" y="2122171"/>
            <a:ext cx="4650105" cy="3832810"/>
          </a:xfrm>
          <a:prstGeom prst="roundRect">
            <a:avLst>
              <a:gd name="adj" fmla="val 4645"/>
            </a:avLst>
          </a:prstGeom>
          <a:ln w="19050">
            <a:solidFill>
              <a:srgbClr val="10A99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3" name="Text Placeholder 7"/>
          <p:cNvSpPr>
            <a:spLocks noGrp="1"/>
          </p:cNvSpPr>
          <p:nvPr>
            <p:ph type="body" sz="quarter" idx="16"/>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6" name="Slide Number Placeholder 5">
            <a:extLst>
              <a:ext uri="{FF2B5EF4-FFF2-40B4-BE49-F238E27FC236}">
                <a16:creationId xmlns:a16="http://schemas.microsoft.com/office/drawing/2014/main" id="{CE131C76-BC90-994D-A42E-9F0AC47762A3}"/>
              </a:ext>
            </a:extLst>
          </p:cNvPr>
          <p:cNvSpPr>
            <a:spLocks noGrp="1"/>
          </p:cNvSpPr>
          <p:nvPr>
            <p:ph type="sldNum" sz="quarter" idx="17"/>
          </p:nvPr>
        </p:nvSpPr>
        <p:spPr/>
        <p:txBody>
          <a:bodyPr/>
          <a:lstStyle>
            <a:lvl1pPr>
              <a:defRPr/>
            </a:lvl1pPr>
          </a:lstStyle>
          <a:p>
            <a:pPr>
              <a:defRPr/>
            </a:pPr>
            <a:fld id="{E8DDC72E-FD69-E943-B138-629213417DCE}" type="slidenum">
              <a:rPr lang="en-GB"/>
              <a:pPr>
                <a:defRPr/>
              </a:pPr>
              <a:t>‹#›</a:t>
            </a:fld>
            <a:endParaRPr lang="en-GB"/>
          </a:p>
        </p:txBody>
      </p:sp>
      <p:sp>
        <p:nvSpPr>
          <p:cNvPr id="7" name="Footer Placeholder 4">
            <a:extLst>
              <a:ext uri="{FF2B5EF4-FFF2-40B4-BE49-F238E27FC236}">
                <a16:creationId xmlns:a16="http://schemas.microsoft.com/office/drawing/2014/main" id="{41E9829C-FD64-0948-BD7C-6144F2B84D85}"/>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2719906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4" name="Table Placeholder 3"/>
          <p:cNvSpPr>
            <a:spLocks noGrp="1"/>
          </p:cNvSpPr>
          <p:nvPr>
            <p:ph type="tbl" sz="quarter" idx="13"/>
          </p:nvPr>
        </p:nvSpPr>
        <p:spPr>
          <a:xfrm>
            <a:off x="482598" y="1644650"/>
            <a:ext cx="10083800" cy="3568700"/>
          </a:xfrm>
          <a:prstGeom prst="rect">
            <a:avLst/>
          </a:prstGeom>
        </p:spPr>
        <p:txBody>
          <a:bodyPr/>
          <a:lstStyle>
            <a:lvl1pPr>
              <a:defRPr sz="1400">
                <a:solidFill>
                  <a:schemeClr val="tx1"/>
                </a:solidFill>
              </a:defRPr>
            </a:lvl1pPr>
          </a:lstStyle>
          <a:p>
            <a:pPr lvl="0"/>
            <a:r>
              <a:rPr lang="en-GB" noProof="0"/>
              <a:t>Click icon to add table</a:t>
            </a:r>
          </a:p>
        </p:txBody>
      </p:sp>
      <p:sp>
        <p:nvSpPr>
          <p:cNvPr id="14"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5" name="Slide Number Placeholder 5">
            <a:extLst>
              <a:ext uri="{FF2B5EF4-FFF2-40B4-BE49-F238E27FC236}">
                <a16:creationId xmlns:a16="http://schemas.microsoft.com/office/drawing/2014/main" id="{631A9CB2-101F-4C49-8BF2-537DA67D4FE9}"/>
              </a:ext>
            </a:extLst>
          </p:cNvPr>
          <p:cNvSpPr>
            <a:spLocks noGrp="1"/>
          </p:cNvSpPr>
          <p:nvPr>
            <p:ph type="sldNum" sz="quarter" idx="14"/>
          </p:nvPr>
        </p:nvSpPr>
        <p:spPr/>
        <p:txBody>
          <a:bodyPr/>
          <a:lstStyle>
            <a:lvl1pPr>
              <a:defRPr/>
            </a:lvl1pPr>
          </a:lstStyle>
          <a:p>
            <a:pPr>
              <a:defRPr/>
            </a:pPr>
            <a:fld id="{31D528F5-9FB4-A147-89FC-4812830F4269}" type="slidenum">
              <a:rPr lang="en-GB"/>
              <a:pPr>
                <a:defRPr/>
              </a:pPr>
              <a:t>‹#›</a:t>
            </a:fld>
            <a:endParaRPr lang="en-GB"/>
          </a:p>
        </p:txBody>
      </p:sp>
      <p:sp>
        <p:nvSpPr>
          <p:cNvPr id="6" name="Footer Placeholder 4">
            <a:extLst>
              <a:ext uri="{FF2B5EF4-FFF2-40B4-BE49-F238E27FC236}">
                <a16:creationId xmlns:a16="http://schemas.microsoft.com/office/drawing/2014/main" id="{49183457-F4D1-E74F-A05B-F708EAF2810A}"/>
              </a:ext>
            </a:extLst>
          </p:cNvPr>
          <p:cNvSpPr>
            <a:spLocks noGrp="1"/>
          </p:cNvSpPr>
          <p:nvPr>
            <p:ph type="ftr" sz="quarter" idx="15"/>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2453320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 Chart">
    <p:spTree>
      <p:nvGrpSpPr>
        <p:cNvPr id="1" name=""/>
        <p:cNvGrpSpPr/>
        <p:nvPr/>
      </p:nvGrpSpPr>
      <p:grpSpPr>
        <a:xfrm>
          <a:off x="0" y="0"/>
          <a:ext cx="0" cy="0"/>
          <a:chOff x="0" y="0"/>
          <a:chExt cx="0" cy="0"/>
        </a:xfrm>
      </p:grpSpPr>
      <p:sp>
        <p:nvSpPr>
          <p:cNvPr id="8" name="Chart Placeholder 5"/>
          <p:cNvSpPr>
            <a:spLocks noGrp="1"/>
          </p:cNvSpPr>
          <p:nvPr>
            <p:ph type="chart" sz="quarter" idx="14"/>
          </p:nvPr>
        </p:nvSpPr>
        <p:spPr>
          <a:xfrm>
            <a:off x="482598" y="1649368"/>
            <a:ext cx="10083801" cy="4197542"/>
          </a:xfrm>
          <a:prstGeom prst="rect">
            <a:avLst/>
          </a:prstGeom>
        </p:spPr>
        <p:txBody>
          <a:bodyPr/>
          <a:lstStyle>
            <a:lvl1pPr>
              <a:defRPr sz="1400">
                <a:solidFill>
                  <a:schemeClr val="tx1"/>
                </a:solidFill>
              </a:defRPr>
            </a:lvl1pPr>
          </a:lstStyle>
          <a:p>
            <a:pPr lvl="0"/>
            <a:r>
              <a:rPr lang="en-GB" noProof="0"/>
              <a:t>Click icon to add chart</a:t>
            </a:r>
          </a:p>
        </p:txBody>
      </p:sp>
      <p:sp>
        <p:nvSpPr>
          <p:cNvPr id="13"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4" name="Slide Number Placeholder 5">
            <a:extLst>
              <a:ext uri="{FF2B5EF4-FFF2-40B4-BE49-F238E27FC236}">
                <a16:creationId xmlns:a16="http://schemas.microsoft.com/office/drawing/2014/main" id="{B59FC38C-3834-2144-B1AD-996DB47A7290}"/>
              </a:ext>
            </a:extLst>
          </p:cNvPr>
          <p:cNvSpPr>
            <a:spLocks noGrp="1"/>
          </p:cNvSpPr>
          <p:nvPr>
            <p:ph type="sldNum" sz="quarter" idx="15"/>
          </p:nvPr>
        </p:nvSpPr>
        <p:spPr/>
        <p:txBody>
          <a:bodyPr/>
          <a:lstStyle>
            <a:lvl1pPr>
              <a:defRPr/>
            </a:lvl1pPr>
          </a:lstStyle>
          <a:p>
            <a:pPr>
              <a:defRPr/>
            </a:pPr>
            <a:fld id="{1691FBD4-5BC1-F64C-AB03-031652FD2EAA}" type="slidenum">
              <a:rPr lang="en-GB"/>
              <a:pPr>
                <a:defRPr/>
              </a:pPr>
              <a:t>‹#›</a:t>
            </a:fld>
            <a:endParaRPr lang="en-GB"/>
          </a:p>
        </p:txBody>
      </p:sp>
      <p:sp>
        <p:nvSpPr>
          <p:cNvPr id="5" name="Footer Placeholder 4">
            <a:extLst>
              <a:ext uri="{FF2B5EF4-FFF2-40B4-BE49-F238E27FC236}">
                <a16:creationId xmlns:a16="http://schemas.microsoft.com/office/drawing/2014/main" id="{7061B2D5-ACE0-174F-80EA-D4A194522FD3}"/>
              </a:ext>
            </a:extLst>
          </p:cNvPr>
          <p:cNvSpPr>
            <a:spLocks noGrp="1"/>
          </p:cNvSpPr>
          <p:nvPr>
            <p:ph type="ftr" sz="quarter" idx="16"/>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4900627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2 charts">
    <p:spTree>
      <p:nvGrpSpPr>
        <p:cNvPr id="1" name=""/>
        <p:cNvGrpSpPr/>
        <p:nvPr/>
      </p:nvGrpSpPr>
      <p:grpSpPr>
        <a:xfrm>
          <a:off x="0" y="0"/>
          <a:ext cx="0" cy="0"/>
          <a:chOff x="0" y="0"/>
          <a:chExt cx="0" cy="0"/>
        </a:xfrm>
      </p:grpSpPr>
      <p:sp>
        <p:nvSpPr>
          <p:cNvPr id="8" name="Chart Placeholder 5"/>
          <p:cNvSpPr>
            <a:spLocks noGrp="1"/>
          </p:cNvSpPr>
          <p:nvPr>
            <p:ph type="chart" sz="quarter" idx="15"/>
          </p:nvPr>
        </p:nvSpPr>
        <p:spPr>
          <a:xfrm>
            <a:off x="5861767" y="1647966"/>
            <a:ext cx="4650351" cy="4197542"/>
          </a:xfrm>
          <a:prstGeom prst="rect">
            <a:avLst/>
          </a:prstGeom>
        </p:spPr>
        <p:txBody>
          <a:bodyPr/>
          <a:lstStyle>
            <a:lvl1pPr>
              <a:defRPr sz="1400">
                <a:solidFill>
                  <a:schemeClr val="tx1"/>
                </a:solidFill>
              </a:defRPr>
            </a:lvl1pPr>
          </a:lstStyle>
          <a:p>
            <a:pPr lvl="0"/>
            <a:r>
              <a:rPr lang="en-GB" noProof="0"/>
              <a:t>Click icon to add chart</a:t>
            </a:r>
          </a:p>
        </p:txBody>
      </p:sp>
      <p:sp>
        <p:nvSpPr>
          <p:cNvPr id="6" name="Chart Placeholder 5"/>
          <p:cNvSpPr>
            <a:spLocks noGrp="1"/>
          </p:cNvSpPr>
          <p:nvPr>
            <p:ph type="chart" sz="quarter" idx="14"/>
          </p:nvPr>
        </p:nvSpPr>
        <p:spPr>
          <a:xfrm>
            <a:off x="482598" y="1647966"/>
            <a:ext cx="4650351" cy="4197542"/>
          </a:xfrm>
          <a:prstGeom prst="rect">
            <a:avLst/>
          </a:prstGeom>
        </p:spPr>
        <p:txBody>
          <a:bodyPr/>
          <a:lstStyle>
            <a:lvl1pPr>
              <a:defRPr sz="1400">
                <a:solidFill>
                  <a:schemeClr val="tx1"/>
                </a:solidFill>
              </a:defRPr>
            </a:lvl1pPr>
          </a:lstStyle>
          <a:p>
            <a:pPr lvl="0"/>
            <a:r>
              <a:rPr lang="en-GB" noProof="0"/>
              <a:t>Click icon to add chart</a:t>
            </a:r>
          </a:p>
        </p:txBody>
      </p:sp>
      <p:sp>
        <p:nvSpPr>
          <p:cNvPr id="14"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5" name="Slide Number Placeholder 5">
            <a:extLst>
              <a:ext uri="{FF2B5EF4-FFF2-40B4-BE49-F238E27FC236}">
                <a16:creationId xmlns:a16="http://schemas.microsoft.com/office/drawing/2014/main" id="{E2D85BE8-4B75-B540-8237-034E9EFDFC7E}"/>
              </a:ext>
            </a:extLst>
          </p:cNvPr>
          <p:cNvSpPr>
            <a:spLocks noGrp="1"/>
          </p:cNvSpPr>
          <p:nvPr>
            <p:ph type="sldNum" sz="quarter" idx="16"/>
          </p:nvPr>
        </p:nvSpPr>
        <p:spPr/>
        <p:txBody>
          <a:bodyPr/>
          <a:lstStyle>
            <a:lvl1pPr>
              <a:defRPr/>
            </a:lvl1pPr>
          </a:lstStyle>
          <a:p>
            <a:pPr>
              <a:defRPr/>
            </a:pPr>
            <a:fld id="{71AE2C0A-20EA-E540-B851-98D61A737746}" type="slidenum">
              <a:rPr lang="en-GB"/>
              <a:pPr>
                <a:defRPr/>
              </a:pPr>
              <a:t>‹#›</a:t>
            </a:fld>
            <a:endParaRPr lang="en-GB"/>
          </a:p>
        </p:txBody>
      </p:sp>
      <p:sp>
        <p:nvSpPr>
          <p:cNvPr id="7" name="Footer Placeholder 4">
            <a:extLst>
              <a:ext uri="{FF2B5EF4-FFF2-40B4-BE49-F238E27FC236}">
                <a16:creationId xmlns:a16="http://schemas.microsoft.com/office/drawing/2014/main" id="{DB63A488-F68F-0147-9382-F797ACFB2A52}"/>
              </a:ext>
            </a:extLst>
          </p:cNvPr>
          <p:cNvSpPr>
            <a:spLocks noGrp="1"/>
          </p:cNvSpPr>
          <p:nvPr>
            <p:ph type="ftr" sz="quarter" idx="17"/>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7555304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 Smart Art">
    <p:spTree>
      <p:nvGrpSpPr>
        <p:cNvPr id="1" name=""/>
        <p:cNvGrpSpPr/>
        <p:nvPr/>
      </p:nvGrpSpPr>
      <p:grpSpPr>
        <a:xfrm>
          <a:off x="0" y="0"/>
          <a:ext cx="0" cy="0"/>
          <a:chOff x="0" y="0"/>
          <a:chExt cx="0" cy="0"/>
        </a:xfrm>
      </p:grpSpPr>
      <p:sp>
        <p:nvSpPr>
          <p:cNvPr id="4" name="SmartArt Placeholder 3"/>
          <p:cNvSpPr>
            <a:spLocks noGrp="1"/>
          </p:cNvSpPr>
          <p:nvPr>
            <p:ph type="dgm" sz="quarter" idx="15"/>
          </p:nvPr>
        </p:nvSpPr>
        <p:spPr>
          <a:xfrm>
            <a:off x="482598" y="1647161"/>
            <a:ext cx="10083800" cy="4197351"/>
          </a:xfrm>
          <a:prstGeom prst="rect">
            <a:avLst/>
          </a:prstGeom>
        </p:spPr>
        <p:txBody>
          <a:bodyPr lIns="144000" tIns="108000"/>
          <a:lstStyle>
            <a:lvl1pPr>
              <a:defRPr sz="1400">
                <a:solidFill>
                  <a:schemeClr val="tx1"/>
                </a:solidFill>
              </a:defRPr>
            </a:lvl1pPr>
          </a:lstStyle>
          <a:p>
            <a:pPr lvl="0"/>
            <a:r>
              <a:rPr lang="en-GB" noProof="0"/>
              <a:t>Click icon to add SmartArt graphic</a:t>
            </a:r>
          </a:p>
        </p:txBody>
      </p:sp>
      <p:sp>
        <p:nvSpPr>
          <p:cNvPr id="13"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5" name="Slide Number Placeholder 5">
            <a:extLst>
              <a:ext uri="{FF2B5EF4-FFF2-40B4-BE49-F238E27FC236}">
                <a16:creationId xmlns:a16="http://schemas.microsoft.com/office/drawing/2014/main" id="{A86DC721-2A07-1640-BC7E-3049583C86A0}"/>
              </a:ext>
            </a:extLst>
          </p:cNvPr>
          <p:cNvSpPr>
            <a:spLocks noGrp="1"/>
          </p:cNvSpPr>
          <p:nvPr>
            <p:ph type="sldNum" sz="quarter" idx="16"/>
          </p:nvPr>
        </p:nvSpPr>
        <p:spPr/>
        <p:txBody>
          <a:bodyPr/>
          <a:lstStyle>
            <a:lvl1pPr>
              <a:defRPr/>
            </a:lvl1pPr>
          </a:lstStyle>
          <a:p>
            <a:pPr>
              <a:defRPr/>
            </a:pPr>
            <a:fld id="{E8788E6A-B39E-C94F-B449-FB24D4FB608B}" type="slidenum">
              <a:rPr lang="en-GB"/>
              <a:pPr>
                <a:defRPr/>
              </a:pPr>
              <a:t>‹#›</a:t>
            </a:fld>
            <a:endParaRPr lang="en-GB"/>
          </a:p>
        </p:txBody>
      </p:sp>
      <p:sp>
        <p:nvSpPr>
          <p:cNvPr id="6" name="Footer Placeholder 4">
            <a:extLst>
              <a:ext uri="{FF2B5EF4-FFF2-40B4-BE49-F238E27FC236}">
                <a16:creationId xmlns:a16="http://schemas.microsoft.com/office/drawing/2014/main" id="{11C700FF-C935-6A47-85BB-DCDF5BA5B9E0}"/>
              </a:ext>
            </a:extLst>
          </p:cNvPr>
          <p:cNvSpPr>
            <a:spLocks noGrp="1"/>
          </p:cNvSpPr>
          <p:nvPr>
            <p:ph type="ftr" sz="quarter" idx="17"/>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3877970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 Custom Graphics">
    <p:spTree>
      <p:nvGrpSpPr>
        <p:cNvPr id="1" name=""/>
        <p:cNvGrpSpPr/>
        <p:nvPr/>
      </p:nvGrpSpPr>
      <p:grpSpPr>
        <a:xfrm>
          <a:off x="0" y="0"/>
          <a:ext cx="0" cy="0"/>
          <a:chOff x="0" y="0"/>
          <a:chExt cx="0" cy="0"/>
        </a:xfrm>
      </p:grpSpPr>
      <p:sp>
        <p:nvSpPr>
          <p:cNvPr id="13" name="Text Placeholder 3"/>
          <p:cNvSpPr>
            <a:spLocks noGrp="1"/>
          </p:cNvSpPr>
          <p:nvPr>
            <p:ph type="body" sz="quarter" idx="16"/>
          </p:nvPr>
        </p:nvSpPr>
        <p:spPr>
          <a:xfrm>
            <a:off x="482598" y="5161419"/>
            <a:ext cx="3960000" cy="792000"/>
          </a:xfrm>
          <a:prstGeom prst="rect">
            <a:avLst/>
          </a:prstGeom>
          <a:no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tx1"/>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3"/>
          <p:cNvSpPr>
            <a:spLocks noGrp="1"/>
          </p:cNvSpPr>
          <p:nvPr>
            <p:ph type="body" sz="quarter" idx="15"/>
          </p:nvPr>
        </p:nvSpPr>
        <p:spPr>
          <a:xfrm>
            <a:off x="482598" y="4254508"/>
            <a:ext cx="3960000" cy="792000"/>
          </a:xfrm>
          <a:prstGeom prst="rect">
            <a:avLst/>
          </a:prstGeom>
          <a:solidFill>
            <a:schemeClr val="bg1"/>
          </a:solidFill>
          <a:ln w="25400">
            <a:noFill/>
          </a:ln>
        </p:spPr>
        <p:txBody>
          <a:bodyPr lIns="144000" tIns="144000" rIns="144000" bIns="14400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3"/>
          <p:cNvSpPr>
            <a:spLocks noGrp="1"/>
          </p:cNvSpPr>
          <p:nvPr>
            <p:ph type="body" sz="quarter" idx="14"/>
          </p:nvPr>
        </p:nvSpPr>
        <p:spPr>
          <a:xfrm>
            <a:off x="482598" y="3347597"/>
            <a:ext cx="3960000" cy="792000"/>
          </a:xfrm>
          <a:prstGeom prst="rect">
            <a:avLst/>
          </a:prstGeom>
          <a:solidFill>
            <a:schemeClr val="bg1"/>
          </a:solidFill>
          <a:ln w="25400">
            <a:solidFill>
              <a:schemeClr val="accent1"/>
            </a:solidFill>
          </a:ln>
        </p:spPr>
        <p:txBody>
          <a:bodyPr lIns="144000" tIns="144000" rIns="144000" bIns="144000" anchor="ctr" anchorCtr="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3"/>
          <p:cNvSpPr>
            <a:spLocks noGrp="1"/>
          </p:cNvSpPr>
          <p:nvPr>
            <p:ph type="body" sz="quarter" idx="13"/>
          </p:nvPr>
        </p:nvSpPr>
        <p:spPr>
          <a:xfrm>
            <a:off x="482598" y="2440686"/>
            <a:ext cx="3960000" cy="792000"/>
          </a:xfrm>
          <a:prstGeom prst="rect">
            <a:avLst/>
          </a:prstGeom>
          <a:solidFill>
            <a:schemeClr val="tx2"/>
          </a:solid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bg1"/>
                </a:solidFill>
              </a:defRPr>
            </a:lvl1pPr>
            <a:lvl2pPr>
              <a:spcBef>
                <a:spcPts val="0"/>
              </a:spcBef>
              <a:defRPr>
                <a:solidFill>
                  <a:schemeClr val="bg1"/>
                </a:solidFill>
              </a:defRPr>
            </a:lvl2pPr>
            <a:lvl3pPr>
              <a:spcBef>
                <a:spcPts val="0"/>
              </a:spcBef>
              <a:defRPr>
                <a:solidFill>
                  <a:schemeClr val="bg1"/>
                </a:solidFill>
              </a:defRPr>
            </a:lvl3pPr>
            <a:lvl4pPr>
              <a:spcBef>
                <a:spcPts val="0"/>
              </a:spcBef>
              <a:defRPr>
                <a:solidFill>
                  <a:schemeClr val="bg1"/>
                </a:solidFill>
              </a:defRPr>
            </a:lvl4pPr>
            <a:lvl5pPr>
              <a:spcBef>
                <a:spcPts val="0"/>
              </a:spcBef>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quarter" idx="12"/>
          </p:nvPr>
        </p:nvSpPr>
        <p:spPr>
          <a:xfrm>
            <a:off x="482598" y="1533775"/>
            <a:ext cx="3960000" cy="792000"/>
          </a:xfrm>
          <a:prstGeom prst="rect">
            <a:avLst/>
          </a:prstGeom>
          <a:solidFill>
            <a:schemeClr val="tx1"/>
          </a:solidFill>
        </p:spPr>
        <p:txBody>
          <a:bodyPr lIns="144000" tIns="144000" rIns="144000" bIns="144000"/>
          <a:lstStyle>
            <a:lvl1pPr>
              <a:spcBef>
                <a:spcPts val="0"/>
              </a:spcBef>
              <a:spcAft>
                <a:spcPts val="0"/>
              </a:spcAft>
              <a:defRPr sz="1800" b="1">
                <a:solidFill>
                  <a:schemeClr val="bg2"/>
                </a:solidFill>
              </a:defRPr>
            </a:lvl1pPr>
            <a:lvl2pPr>
              <a:spcBef>
                <a:spcPts val="0"/>
              </a:spcBef>
              <a:defRPr>
                <a:solidFill>
                  <a:schemeClr val="bg2"/>
                </a:solidFill>
              </a:defRPr>
            </a:lvl2pPr>
            <a:lvl3pPr>
              <a:spcBef>
                <a:spcPts val="0"/>
              </a:spcBef>
              <a:defRPr>
                <a:solidFill>
                  <a:schemeClr val="bg2"/>
                </a:solidFill>
              </a:defRPr>
            </a:lvl3pPr>
            <a:lvl4pPr>
              <a:spcBef>
                <a:spcPts val="0"/>
              </a:spcBef>
              <a:defRPr>
                <a:solidFill>
                  <a:schemeClr val="bg2"/>
                </a:solidFill>
              </a:defRPr>
            </a:lvl4pPr>
            <a:lvl5pPr>
              <a:spcBef>
                <a:spcPts val="0"/>
              </a:spcBef>
              <a:defRPr>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8" name="Slide Number Placeholder 5">
            <a:extLst>
              <a:ext uri="{FF2B5EF4-FFF2-40B4-BE49-F238E27FC236}">
                <a16:creationId xmlns:a16="http://schemas.microsoft.com/office/drawing/2014/main" id="{7B7C4FF8-E1CE-CF43-AE1B-4C8A4A885931}"/>
              </a:ext>
            </a:extLst>
          </p:cNvPr>
          <p:cNvSpPr>
            <a:spLocks noGrp="1"/>
          </p:cNvSpPr>
          <p:nvPr>
            <p:ph type="sldNum" sz="quarter" idx="17"/>
          </p:nvPr>
        </p:nvSpPr>
        <p:spPr/>
        <p:txBody>
          <a:bodyPr/>
          <a:lstStyle>
            <a:lvl1pPr>
              <a:defRPr/>
            </a:lvl1pPr>
          </a:lstStyle>
          <a:p>
            <a:pPr>
              <a:defRPr/>
            </a:pPr>
            <a:fld id="{6E741224-ACD1-EF46-A285-1E9D2EB60627}" type="slidenum">
              <a:rPr lang="en-GB"/>
              <a:pPr>
                <a:defRPr/>
              </a:pPr>
              <a:t>‹#›</a:t>
            </a:fld>
            <a:endParaRPr lang="en-GB"/>
          </a:p>
        </p:txBody>
      </p:sp>
      <p:sp>
        <p:nvSpPr>
          <p:cNvPr id="11" name="Footer Placeholder 4">
            <a:extLst>
              <a:ext uri="{FF2B5EF4-FFF2-40B4-BE49-F238E27FC236}">
                <a16:creationId xmlns:a16="http://schemas.microsoft.com/office/drawing/2014/main" id="{CC079E36-4076-0C47-8429-B4225CF7E901}"/>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9238821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 Speech bubbles">
    <p:spTree>
      <p:nvGrpSpPr>
        <p:cNvPr id="1" name=""/>
        <p:cNvGrpSpPr/>
        <p:nvPr/>
      </p:nvGrpSpPr>
      <p:grpSpPr>
        <a:xfrm>
          <a:off x="0" y="0"/>
          <a:ext cx="0" cy="0"/>
          <a:chOff x="0" y="0"/>
          <a:chExt cx="0" cy="0"/>
        </a:xfrm>
      </p:grpSpPr>
      <p:sp>
        <p:nvSpPr>
          <p:cNvPr id="11" name="Text Placeholder 7"/>
          <p:cNvSpPr>
            <a:spLocks noGrp="1"/>
          </p:cNvSpPr>
          <p:nvPr>
            <p:ph type="body" sz="quarter" idx="14"/>
          </p:nvPr>
        </p:nvSpPr>
        <p:spPr>
          <a:xfrm>
            <a:off x="6256825" y="4164778"/>
            <a:ext cx="3379544" cy="1575908"/>
          </a:xfrm>
          <a:prstGeom prst="wedgeRoundRectCallout">
            <a:avLst>
              <a:gd name="adj1" fmla="val 37888"/>
              <a:gd name="adj2" fmla="val 65661"/>
              <a:gd name="adj3" fmla="val 16667"/>
            </a:avLst>
          </a:prstGeom>
          <a:solidFill>
            <a:schemeClr val="accent6"/>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7"/>
          <p:cNvSpPr>
            <a:spLocks noGrp="1"/>
          </p:cNvSpPr>
          <p:nvPr>
            <p:ph type="body" sz="quarter" idx="15"/>
          </p:nvPr>
        </p:nvSpPr>
        <p:spPr>
          <a:xfrm>
            <a:off x="2337968" y="3793252"/>
            <a:ext cx="3379544" cy="2100105"/>
          </a:xfrm>
          <a:prstGeom prst="wedgeRoundRectCallout">
            <a:avLst>
              <a:gd name="adj1" fmla="val 4736"/>
              <a:gd name="adj2" fmla="val 67336"/>
              <a:gd name="adj3" fmla="val 16667"/>
            </a:avLst>
          </a:prstGeom>
          <a:solidFill>
            <a:schemeClr val="tx1"/>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7"/>
          <p:cNvSpPr>
            <a:spLocks noGrp="1"/>
          </p:cNvSpPr>
          <p:nvPr>
            <p:ph type="body" sz="quarter" idx="13"/>
          </p:nvPr>
        </p:nvSpPr>
        <p:spPr>
          <a:xfrm>
            <a:off x="6256825" y="1448092"/>
            <a:ext cx="3379544" cy="2131936"/>
          </a:xfrm>
          <a:prstGeom prst="wedgeRoundRectCallout">
            <a:avLst>
              <a:gd name="adj1" fmla="val 3699"/>
              <a:gd name="adj2" fmla="val 63310"/>
              <a:gd name="adj3" fmla="val 16667"/>
            </a:avLst>
          </a:prstGeom>
          <a:solidFill>
            <a:srgbClr val="10A991"/>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2"/>
          </p:nvPr>
        </p:nvSpPr>
        <p:spPr>
          <a:xfrm>
            <a:off x="2337968" y="1594348"/>
            <a:ext cx="3379544" cy="1485472"/>
          </a:xfrm>
          <a:prstGeom prst="wedgeRoundRectCallout">
            <a:avLst>
              <a:gd name="adj1" fmla="val 40118"/>
              <a:gd name="adj2" fmla="val 73896"/>
              <a:gd name="adj3" fmla="val 16667"/>
            </a:avLst>
          </a:prstGeom>
          <a:solidFill>
            <a:schemeClr val="accent3"/>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7" name="Slide Number Placeholder 5">
            <a:extLst>
              <a:ext uri="{FF2B5EF4-FFF2-40B4-BE49-F238E27FC236}">
                <a16:creationId xmlns:a16="http://schemas.microsoft.com/office/drawing/2014/main" id="{E042110B-50E7-8B4C-9AE0-71A71E4B3694}"/>
              </a:ext>
            </a:extLst>
          </p:cNvPr>
          <p:cNvSpPr>
            <a:spLocks noGrp="1"/>
          </p:cNvSpPr>
          <p:nvPr>
            <p:ph type="sldNum" sz="quarter" idx="16"/>
          </p:nvPr>
        </p:nvSpPr>
        <p:spPr/>
        <p:txBody>
          <a:bodyPr/>
          <a:lstStyle>
            <a:lvl1pPr>
              <a:defRPr/>
            </a:lvl1pPr>
          </a:lstStyle>
          <a:p>
            <a:pPr>
              <a:defRPr/>
            </a:pPr>
            <a:fld id="{A98D14A1-8354-ED4F-9D35-44B6BE210533}" type="slidenum">
              <a:rPr lang="en-GB"/>
              <a:pPr>
                <a:defRPr/>
              </a:pPr>
              <a:t>‹#›</a:t>
            </a:fld>
            <a:endParaRPr lang="en-GB"/>
          </a:p>
        </p:txBody>
      </p:sp>
      <p:sp>
        <p:nvSpPr>
          <p:cNvPr id="9" name="Footer Placeholder 4">
            <a:extLst>
              <a:ext uri="{FF2B5EF4-FFF2-40B4-BE49-F238E27FC236}">
                <a16:creationId xmlns:a16="http://schemas.microsoft.com/office/drawing/2014/main" id="{B521B288-9479-9448-89D5-2D7151A7AACB}"/>
              </a:ext>
            </a:extLst>
          </p:cNvPr>
          <p:cNvSpPr>
            <a:spLocks noGrp="1"/>
          </p:cNvSpPr>
          <p:nvPr>
            <p:ph type="ftr" sz="quarter" idx="17"/>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9952178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 blank slid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582C549E-0C52-0A40-AD28-4CCAE2BE8B00}"/>
              </a:ext>
            </a:extLst>
          </p:cNvPr>
          <p:cNvSpPr>
            <a:spLocks noGrp="1"/>
          </p:cNvSpPr>
          <p:nvPr>
            <p:ph type="sldNum" sz="quarter" idx="10"/>
          </p:nvPr>
        </p:nvSpPr>
        <p:spPr/>
        <p:txBody>
          <a:bodyPr/>
          <a:lstStyle>
            <a:lvl1pPr>
              <a:defRPr/>
            </a:lvl1pPr>
          </a:lstStyle>
          <a:p>
            <a:pPr>
              <a:defRPr/>
            </a:pPr>
            <a:fld id="{7268707F-E4B2-A749-8AC3-81933B8F2DC7}" type="slidenum">
              <a:rPr lang="en-GB"/>
              <a:pPr>
                <a:defRPr/>
              </a:pPr>
              <a:t>‹#›</a:t>
            </a:fld>
            <a:endParaRPr lang="en-GB"/>
          </a:p>
        </p:txBody>
      </p:sp>
      <p:sp>
        <p:nvSpPr>
          <p:cNvPr id="3" name="Footer Placeholder 4">
            <a:extLst>
              <a:ext uri="{FF2B5EF4-FFF2-40B4-BE49-F238E27FC236}">
                <a16:creationId xmlns:a16="http://schemas.microsoft.com/office/drawing/2014/main" id="{D897F1AF-E0FE-C54B-BD06-9714A18BBC35}"/>
              </a:ext>
            </a:extLst>
          </p:cNvPr>
          <p:cNvSpPr>
            <a:spLocks noGrp="1"/>
          </p:cNvSpPr>
          <p:nvPr>
            <p:ph type="ftr" sz="quarter" idx="11"/>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8816566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999"/>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1" indent="0" algn="ctr">
              <a:buNone/>
              <a:defRPr sz="2000"/>
            </a:lvl2pPr>
            <a:lvl3pPr marL="914361" indent="0" algn="ctr">
              <a:buNone/>
              <a:defRPr sz="1800"/>
            </a:lvl3pPr>
            <a:lvl4pPr marL="1371543" indent="0" algn="ctr">
              <a:buNone/>
              <a:defRPr sz="1600"/>
            </a:lvl4pPr>
            <a:lvl5pPr marL="1828724" indent="0" algn="ctr">
              <a:buNone/>
              <a:defRPr sz="1600"/>
            </a:lvl5pPr>
            <a:lvl6pPr marL="2285904" indent="0" algn="ctr">
              <a:buNone/>
              <a:defRPr sz="1600"/>
            </a:lvl6pPr>
            <a:lvl7pPr marL="2743085" indent="0" algn="ctr">
              <a:buNone/>
              <a:defRPr sz="1600"/>
            </a:lvl7pPr>
            <a:lvl8pPr marL="3200266" indent="0" algn="ctr">
              <a:buNone/>
              <a:defRPr sz="1600"/>
            </a:lvl8pPr>
            <a:lvl9pPr marL="3657447"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D82E8B-3BAA-41FD-8898-3744E03D4ED9}" type="datetimeFigureOut">
              <a:rPr lang="en-AU" smtClean="0"/>
              <a:t>29/4/2025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24456151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6" name="Picture Placeholder 5"/>
          <p:cNvSpPr>
            <a:spLocks noGrp="1"/>
          </p:cNvSpPr>
          <p:nvPr>
            <p:ph type="pic" sz="quarter" idx="22"/>
          </p:nvPr>
        </p:nvSpPr>
        <p:spPr>
          <a:xfrm>
            <a:off x="1608138" y="0"/>
            <a:ext cx="10583862" cy="6858000"/>
          </a:xfrm>
          <a:prstGeom prst="rect">
            <a:avLst/>
          </a:prstGeom>
        </p:spPr>
        <p:txBody>
          <a:bodyPr/>
          <a:lstStyle/>
          <a:p>
            <a:pPr lvl="0"/>
            <a:r>
              <a:rPr lang="en-GB" noProof="0"/>
              <a:t>Click icon to add picture</a:t>
            </a:r>
            <a:endParaRPr lang="en-US" noProof="0"/>
          </a:p>
        </p:txBody>
      </p:sp>
      <p:sp>
        <p:nvSpPr>
          <p:cNvPr id="13" name="Picture Placeholder 2"/>
          <p:cNvSpPr>
            <a:spLocks noGrp="1"/>
          </p:cNvSpPr>
          <p:nvPr>
            <p:ph type="pic" sz="quarter" idx="21"/>
          </p:nvPr>
        </p:nvSpPr>
        <p:spPr>
          <a:xfrm>
            <a:off x="8355013" y="1324195"/>
            <a:ext cx="3911106" cy="4794523"/>
          </a:xfrm>
          <a:custGeom>
            <a:avLst/>
            <a:gdLst>
              <a:gd name="connsiteX0" fmla="*/ 0 w 3763962"/>
              <a:gd name="connsiteY0" fmla="*/ 0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0 h 6434138"/>
              <a:gd name="connsiteX0" fmla="*/ 0 w 3763962"/>
              <a:gd name="connsiteY0" fmla="*/ 3878317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3878317 h 6434138"/>
              <a:gd name="connsiteX0" fmla="*/ 0 w 3890086"/>
              <a:gd name="connsiteY0" fmla="*/ 2396358 h 4952179"/>
              <a:gd name="connsiteX1" fmla="*/ 3890086 w 3890086"/>
              <a:gd name="connsiteY1" fmla="*/ 0 h 4952179"/>
              <a:gd name="connsiteX2" fmla="*/ 3763962 w 3890086"/>
              <a:gd name="connsiteY2" fmla="*/ 4952179 h 4952179"/>
              <a:gd name="connsiteX3" fmla="*/ 0 w 3890086"/>
              <a:gd name="connsiteY3" fmla="*/ 4952179 h 4952179"/>
              <a:gd name="connsiteX4" fmla="*/ 0 w 3890086"/>
              <a:gd name="connsiteY4" fmla="*/ 2396358 h 4952179"/>
              <a:gd name="connsiteX0" fmla="*/ 0 w 3911106"/>
              <a:gd name="connsiteY0" fmla="*/ 2396358 h 4952179"/>
              <a:gd name="connsiteX1" fmla="*/ 3890086 w 3911106"/>
              <a:gd name="connsiteY1" fmla="*/ 0 h 4952179"/>
              <a:gd name="connsiteX2" fmla="*/ 3911106 w 3911106"/>
              <a:gd name="connsiteY2" fmla="*/ 3512262 h 4952179"/>
              <a:gd name="connsiteX3" fmla="*/ 0 w 3911106"/>
              <a:gd name="connsiteY3" fmla="*/ 4952179 h 4952179"/>
              <a:gd name="connsiteX4" fmla="*/ 0 w 3911106"/>
              <a:gd name="connsiteY4" fmla="*/ 2396358 h 4952179"/>
              <a:gd name="connsiteX0" fmla="*/ 0 w 3911106"/>
              <a:gd name="connsiteY0" fmla="*/ 2396358 h 4805034"/>
              <a:gd name="connsiteX1" fmla="*/ 3890086 w 3911106"/>
              <a:gd name="connsiteY1" fmla="*/ 0 h 4805034"/>
              <a:gd name="connsiteX2" fmla="*/ 3911106 w 3911106"/>
              <a:gd name="connsiteY2" fmla="*/ 3512262 h 4805034"/>
              <a:gd name="connsiteX3" fmla="*/ 3899338 w 3911106"/>
              <a:gd name="connsiteY3" fmla="*/ 4805034 h 4805034"/>
              <a:gd name="connsiteX4" fmla="*/ 0 w 3911106"/>
              <a:gd name="connsiteY4" fmla="*/ 2396358 h 4805034"/>
              <a:gd name="connsiteX0" fmla="*/ 0 w 3911106"/>
              <a:gd name="connsiteY0" fmla="*/ 2385847 h 4794523"/>
              <a:gd name="connsiteX1" fmla="*/ 3900596 w 3911106"/>
              <a:gd name="connsiteY1" fmla="*/ 0 h 4794523"/>
              <a:gd name="connsiteX2" fmla="*/ 3911106 w 3911106"/>
              <a:gd name="connsiteY2" fmla="*/ 3501751 h 4794523"/>
              <a:gd name="connsiteX3" fmla="*/ 3899338 w 3911106"/>
              <a:gd name="connsiteY3" fmla="*/ 4794523 h 4794523"/>
              <a:gd name="connsiteX4" fmla="*/ 0 w 3911106"/>
              <a:gd name="connsiteY4" fmla="*/ 2385847 h 47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106" h="4794523">
                <a:moveTo>
                  <a:pt x="0" y="2385847"/>
                </a:moveTo>
                <a:lnTo>
                  <a:pt x="3900596" y="0"/>
                </a:lnTo>
                <a:cubicBezTo>
                  <a:pt x="3904099" y="1167250"/>
                  <a:pt x="3907603" y="2334501"/>
                  <a:pt x="3911106" y="3501751"/>
                </a:cubicBezTo>
                <a:lnTo>
                  <a:pt x="3899338" y="4794523"/>
                </a:lnTo>
                <a:lnTo>
                  <a:pt x="0" y="2385847"/>
                </a:lnTo>
                <a:close/>
              </a:path>
            </a:pathLst>
          </a:custGeom>
          <a:ln w="25400">
            <a:solidFill>
              <a:schemeClr val="accent3"/>
            </a:solidFill>
          </a:ln>
        </p:spPr>
        <p:txBody>
          <a:bodyPr/>
          <a:lstStyle/>
          <a:p>
            <a:pPr lvl="0"/>
            <a:r>
              <a:rPr lang="en-GB" noProof="0"/>
              <a:t>Click icon to add picture</a:t>
            </a:r>
            <a:endParaRPr lang="en-US" noProof="0"/>
          </a:p>
        </p:txBody>
      </p:sp>
      <p:sp>
        <p:nvSpPr>
          <p:cNvPr id="11" name="Text Placeholder 5"/>
          <p:cNvSpPr>
            <a:spLocks noGrp="1"/>
          </p:cNvSpPr>
          <p:nvPr>
            <p:ph type="body" sz="quarter" idx="13"/>
          </p:nvPr>
        </p:nvSpPr>
        <p:spPr>
          <a:xfrm>
            <a:off x="511212" y="3819832"/>
            <a:ext cx="4370506" cy="634181"/>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8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lvl="0"/>
            <a:r>
              <a:rPr lang="en-GB"/>
              <a:t>Click to edit Master text styles</a:t>
            </a:r>
          </a:p>
        </p:txBody>
      </p:sp>
      <p:sp>
        <p:nvSpPr>
          <p:cNvPr id="27" name="Title 26"/>
          <p:cNvSpPr>
            <a:spLocks noGrp="1"/>
          </p:cNvSpPr>
          <p:nvPr>
            <p:ph type="title"/>
          </p:nvPr>
        </p:nvSpPr>
        <p:spPr>
          <a:xfrm>
            <a:off x="511211" y="2123767"/>
            <a:ext cx="4370506" cy="1489587"/>
          </a:xfrm>
          <a:prstGeom prst="rect">
            <a:avLst/>
          </a:prstGeom>
        </p:spPr>
        <p:txBody>
          <a:bodyPr anchor="b"/>
          <a:lstStyle>
            <a:lvl1pPr>
              <a:defRPr sz="4600" b="0">
                <a:solidFill>
                  <a:schemeClr val="bg1"/>
                </a:solidFill>
                <a:latin typeface="+mn-lt"/>
              </a:defRPr>
            </a:lvl1pPr>
          </a:lstStyle>
          <a:p>
            <a:r>
              <a:rPr lang="en-GB"/>
              <a:t>Click to edit Master title style</a:t>
            </a:r>
            <a:endParaRPr lang="en-AU"/>
          </a:p>
        </p:txBody>
      </p:sp>
      <p:sp>
        <p:nvSpPr>
          <p:cNvPr id="8" name="Text Placeholder 5"/>
          <p:cNvSpPr>
            <a:spLocks noGrp="1" noChangeAspect="1"/>
          </p:cNvSpPr>
          <p:nvPr>
            <p:ph type="body" sz="quarter" idx="19"/>
          </p:nvPr>
        </p:nvSpPr>
        <p:spPr>
          <a:xfrm>
            <a:off x="8765628" y="3895673"/>
            <a:ext cx="1570656" cy="1570656"/>
          </a:xfrm>
          <a:prstGeom prst="rect">
            <a:avLst/>
          </a:prstGeom>
          <a:blipFill dpi="0" rotWithShape="1">
            <a:blip r:embed="rId2" cstate="screen"/>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14" name="Picture Placeholder 5"/>
          <p:cNvSpPr>
            <a:spLocks noGrp="1"/>
          </p:cNvSpPr>
          <p:nvPr>
            <p:ph type="pic" sz="quarter" idx="23" hasCustomPrompt="1"/>
          </p:nvPr>
        </p:nvSpPr>
        <p:spPr>
          <a:xfrm>
            <a:off x="-20966" y="-10510"/>
            <a:ext cx="10583862" cy="6858000"/>
          </a:xfrm>
          <a:prstGeom prst="rect">
            <a:avLst/>
          </a:prstGeom>
        </p:spPr>
        <p:txBody>
          <a:bodyPr/>
          <a:lstStyle>
            <a:lvl1pPr>
              <a:defRPr/>
            </a:lvl1pPr>
          </a:lstStyle>
          <a:p>
            <a:pPr lvl="0"/>
            <a:r>
              <a:rPr lang="en-GB" noProof="0"/>
              <a:t>Click icon to add picture </a:t>
            </a:r>
            <a:endParaRPr lang="en-US" noProof="0"/>
          </a:p>
        </p:txBody>
      </p:sp>
      <p:sp>
        <p:nvSpPr>
          <p:cNvPr id="9" name="Slide Number Placeholder 5">
            <a:extLst>
              <a:ext uri="{FF2B5EF4-FFF2-40B4-BE49-F238E27FC236}">
                <a16:creationId xmlns:a16="http://schemas.microsoft.com/office/drawing/2014/main" id="{84CB08C4-EB6D-3146-B72A-ACBBA4619BFA}"/>
              </a:ext>
            </a:extLst>
          </p:cNvPr>
          <p:cNvSpPr>
            <a:spLocks noGrp="1"/>
          </p:cNvSpPr>
          <p:nvPr>
            <p:ph type="sldNum" sz="quarter" idx="24"/>
          </p:nvPr>
        </p:nvSpPr>
        <p:spPr/>
        <p:txBody>
          <a:bodyPr/>
          <a:lstStyle>
            <a:lvl1pPr algn="l">
              <a:defRPr sz="1200" smtClean="0">
                <a:solidFill>
                  <a:schemeClr val="bg1"/>
                </a:solidFill>
              </a:defRPr>
            </a:lvl1pPr>
          </a:lstStyle>
          <a:p>
            <a:pPr>
              <a:defRPr/>
            </a:pPr>
            <a:fld id="{63332469-2E37-2946-BA23-5F1B416FBF30}" type="slidenum">
              <a:rPr lang="en-GB"/>
              <a:pPr>
                <a:defRPr/>
              </a:pPr>
              <a:t>‹#›</a:t>
            </a:fld>
            <a:endParaRPr lang="en-GB"/>
          </a:p>
        </p:txBody>
      </p:sp>
      <p:sp>
        <p:nvSpPr>
          <p:cNvPr id="10" name="Footer Placeholder 4">
            <a:extLst>
              <a:ext uri="{FF2B5EF4-FFF2-40B4-BE49-F238E27FC236}">
                <a16:creationId xmlns:a16="http://schemas.microsoft.com/office/drawing/2014/main" id="{6FA29B25-944A-004D-A257-65916B2DB86F}"/>
              </a:ext>
            </a:extLst>
          </p:cNvPr>
          <p:cNvSpPr>
            <a:spLocks noGrp="1"/>
          </p:cNvSpPr>
          <p:nvPr>
            <p:ph type="ftr" sz="quarter" idx="25"/>
          </p:nvPr>
        </p:nvSpPr>
        <p:spPr/>
        <p:txBody>
          <a:bodyPr/>
          <a:lstStyle>
            <a:lvl1pPr algn="l">
              <a:defRPr sz="650" dirty="0">
                <a:solidFill>
                  <a:schemeClr val="bg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16765500"/>
      </p:ext>
    </p:extLst>
  </p:cSld>
  <p:clrMapOvr>
    <a:masterClrMapping/>
  </p:clrMapOvr>
  <p:transition spd="slow"/>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break/intro">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47DE33F-1C25-5A4A-A212-E12A04CE7BF4}"/>
              </a:ext>
            </a:extLst>
          </p:cNvPr>
          <p:cNvSpPr/>
          <p:nvPr/>
        </p:nvSpPr>
        <p:spPr>
          <a:xfrm>
            <a:off x="0" y="0"/>
            <a:ext cx="12192000" cy="6865938"/>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2" name="Text Placeholder 5"/>
          <p:cNvSpPr>
            <a:spLocks noGrp="1" noChangeAspect="1"/>
          </p:cNvSpPr>
          <p:nvPr>
            <p:ph type="body" sz="quarter" idx="18"/>
          </p:nvPr>
        </p:nvSpPr>
        <p:spPr>
          <a:xfrm>
            <a:off x="10746830" y="52550"/>
            <a:ext cx="1371600" cy="1371600"/>
          </a:xfrm>
          <a:prstGeom prst="rect">
            <a:avLst/>
          </a:prstGeom>
          <a:blipFill dpi="0" rotWithShape="1">
            <a:blip r:embed="rId3"/>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19" name="Text Placeholder 5"/>
          <p:cNvSpPr>
            <a:spLocks noGrp="1"/>
          </p:cNvSpPr>
          <p:nvPr>
            <p:ph type="body" sz="quarter" idx="13"/>
          </p:nvPr>
        </p:nvSpPr>
        <p:spPr>
          <a:xfrm>
            <a:off x="511212" y="3819832"/>
            <a:ext cx="4370506" cy="634181"/>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400">
                <a:solidFill>
                  <a:schemeClr val="tx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lvl="0"/>
            <a:r>
              <a:rPr lang="en-GB"/>
              <a:t>Click to edit Master text styles</a:t>
            </a:r>
          </a:p>
        </p:txBody>
      </p:sp>
      <p:sp>
        <p:nvSpPr>
          <p:cNvPr id="20" name="Title 26"/>
          <p:cNvSpPr>
            <a:spLocks noGrp="1"/>
          </p:cNvSpPr>
          <p:nvPr>
            <p:ph type="title"/>
          </p:nvPr>
        </p:nvSpPr>
        <p:spPr>
          <a:xfrm>
            <a:off x="511211" y="2123767"/>
            <a:ext cx="4370506" cy="1489587"/>
          </a:xfrm>
          <a:prstGeom prst="rect">
            <a:avLst/>
          </a:prstGeom>
        </p:spPr>
        <p:txBody>
          <a:bodyPr anchor="b"/>
          <a:lstStyle>
            <a:lvl1pPr>
              <a:defRPr sz="4000" b="0">
                <a:solidFill>
                  <a:schemeClr val="tx1"/>
                </a:solidFill>
                <a:latin typeface="+mn-lt"/>
              </a:defRPr>
            </a:lvl1pPr>
          </a:lstStyle>
          <a:p>
            <a:r>
              <a:rPr lang="en-GB"/>
              <a:t>Click to edit Master title style</a:t>
            </a:r>
            <a:endParaRPr lang="en-AU"/>
          </a:p>
        </p:txBody>
      </p:sp>
      <p:sp>
        <p:nvSpPr>
          <p:cNvPr id="3" name="Picture Placeholder 2"/>
          <p:cNvSpPr>
            <a:spLocks noGrp="1"/>
          </p:cNvSpPr>
          <p:nvPr>
            <p:ph type="pic" sz="quarter" idx="19"/>
          </p:nvPr>
        </p:nvSpPr>
        <p:spPr>
          <a:xfrm>
            <a:off x="8355013" y="1324195"/>
            <a:ext cx="3911106" cy="4794523"/>
          </a:xfrm>
          <a:custGeom>
            <a:avLst/>
            <a:gdLst>
              <a:gd name="connsiteX0" fmla="*/ 0 w 3763962"/>
              <a:gd name="connsiteY0" fmla="*/ 0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0 h 6434138"/>
              <a:gd name="connsiteX0" fmla="*/ 0 w 3763962"/>
              <a:gd name="connsiteY0" fmla="*/ 3878317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3878317 h 6434138"/>
              <a:gd name="connsiteX0" fmla="*/ 0 w 3890086"/>
              <a:gd name="connsiteY0" fmla="*/ 2396358 h 4952179"/>
              <a:gd name="connsiteX1" fmla="*/ 3890086 w 3890086"/>
              <a:gd name="connsiteY1" fmla="*/ 0 h 4952179"/>
              <a:gd name="connsiteX2" fmla="*/ 3763962 w 3890086"/>
              <a:gd name="connsiteY2" fmla="*/ 4952179 h 4952179"/>
              <a:gd name="connsiteX3" fmla="*/ 0 w 3890086"/>
              <a:gd name="connsiteY3" fmla="*/ 4952179 h 4952179"/>
              <a:gd name="connsiteX4" fmla="*/ 0 w 3890086"/>
              <a:gd name="connsiteY4" fmla="*/ 2396358 h 4952179"/>
              <a:gd name="connsiteX0" fmla="*/ 0 w 3911106"/>
              <a:gd name="connsiteY0" fmla="*/ 2396358 h 4952179"/>
              <a:gd name="connsiteX1" fmla="*/ 3890086 w 3911106"/>
              <a:gd name="connsiteY1" fmla="*/ 0 h 4952179"/>
              <a:gd name="connsiteX2" fmla="*/ 3911106 w 3911106"/>
              <a:gd name="connsiteY2" fmla="*/ 3512262 h 4952179"/>
              <a:gd name="connsiteX3" fmla="*/ 0 w 3911106"/>
              <a:gd name="connsiteY3" fmla="*/ 4952179 h 4952179"/>
              <a:gd name="connsiteX4" fmla="*/ 0 w 3911106"/>
              <a:gd name="connsiteY4" fmla="*/ 2396358 h 4952179"/>
              <a:gd name="connsiteX0" fmla="*/ 0 w 3911106"/>
              <a:gd name="connsiteY0" fmla="*/ 2396358 h 4805034"/>
              <a:gd name="connsiteX1" fmla="*/ 3890086 w 3911106"/>
              <a:gd name="connsiteY1" fmla="*/ 0 h 4805034"/>
              <a:gd name="connsiteX2" fmla="*/ 3911106 w 3911106"/>
              <a:gd name="connsiteY2" fmla="*/ 3512262 h 4805034"/>
              <a:gd name="connsiteX3" fmla="*/ 3899338 w 3911106"/>
              <a:gd name="connsiteY3" fmla="*/ 4805034 h 4805034"/>
              <a:gd name="connsiteX4" fmla="*/ 0 w 3911106"/>
              <a:gd name="connsiteY4" fmla="*/ 2396358 h 4805034"/>
              <a:gd name="connsiteX0" fmla="*/ 0 w 3911106"/>
              <a:gd name="connsiteY0" fmla="*/ 2385847 h 4794523"/>
              <a:gd name="connsiteX1" fmla="*/ 3900596 w 3911106"/>
              <a:gd name="connsiteY1" fmla="*/ 0 h 4794523"/>
              <a:gd name="connsiteX2" fmla="*/ 3911106 w 3911106"/>
              <a:gd name="connsiteY2" fmla="*/ 3501751 h 4794523"/>
              <a:gd name="connsiteX3" fmla="*/ 3899338 w 3911106"/>
              <a:gd name="connsiteY3" fmla="*/ 4794523 h 4794523"/>
              <a:gd name="connsiteX4" fmla="*/ 0 w 3911106"/>
              <a:gd name="connsiteY4" fmla="*/ 2385847 h 47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106" h="4794523">
                <a:moveTo>
                  <a:pt x="0" y="2385847"/>
                </a:moveTo>
                <a:lnTo>
                  <a:pt x="3900596" y="0"/>
                </a:lnTo>
                <a:cubicBezTo>
                  <a:pt x="3904099" y="1167250"/>
                  <a:pt x="3907603" y="2334501"/>
                  <a:pt x="3911106" y="3501751"/>
                </a:cubicBezTo>
                <a:lnTo>
                  <a:pt x="3899338" y="4794523"/>
                </a:lnTo>
                <a:lnTo>
                  <a:pt x="0" y="2385847"/>
                </a:lnTo>
                <a:close/>
              </a:path>
            </a:pathLst>
          </a:custGeom>
        </p:spPr>
        <p:txBody>
          <a:bodyPr/>
          <a:lstStyle/>
          <a:p>
            <a:pPr lvl="0"/>
            <a:r>
              <a:rPr lang="en-GB" noProof="0"/>
              <a:t>Click icon to add picture</a:t>
            </a:r>
            <a:endParaRPr lang="en-US" noProof="0"/>
          </a:p>
        </p:txBody>
      </p:sp>
      <p:sp>
        <p:nvSpPr>
          <p:cNvPr id="7" name="Slide Number Placeholder 5">
            <a:extLst>
              <a:ext uri="{FF2B5EF4-FFF2-40B4-BE49-F238E27FC236}">
                <a16:creationId xmlns:a16="http://schemas.microsoft.com/office/drawing/2014/main" id="{EF39674D-0F72-9D41-8FE7-18B288352BDD}"/>
              </a:ext>
            </a:extLst>
          </p:cNvPr>
          <p:cNvSpPr>
            <a:spLocks noGrp="1"/>
          </p:cNvSpPr>
          <p:nvPr>
            <p:ph type="sldNum" sz="quarter" idx="20"/>
          </p:nvPr>
        </p:nvSpPr>
        <p:spPr/>
        <p:txBody>
          <a:bodyPr/>
          <a:lstStyle>
            <a:lvl1pPr algn="l">
              <a:defRPr sz="1200" smtClean="0">
                <a:solidFill>
                  <a:schemeClr val="tx1"/>
                </a:solidFill>
              </a:defRPr>
            </a:lvl1pPr>
          </a:lstStyle>
          <a:p>
            <a:pPr>
              <a:defRPr/>
            </a:pPr>
            <a:fld id="{F43108A5-B469-744D-B162-95630A35DC90}" type="slidenum">
              <a:rPr lang="en-GB"/>
              <a:pPr>
                <a:defRPr/>
              </a:pPr>
              <a:t>‹#›</a:t>
            </a:fld>
            <a:endParaRPr lang="en-GB"/>
          </a:p>
        </p:txBody>
      </p:sp>
      <p:sp>
        <p:nvSpPr>
          <p:cNvPr id="8" name="Footer Placeholder 4">
            <a:extLst>
              <a:ext uri="{FF2B5EF4-FFF2-40B4-BE49-F238E27FC236}">
                <a16:creationId xmlns:a16="http://schemas.microsoft.com/office/drawing/2014/main" id="{23121A0B-D91E-B741-9604-98A25401E90E}"/>
              </a:ext>
            </a:extLst>
          </p:cNvPr>
          <p:cNvSpPr>
            <a:spLocks noGrp="1"/>
          </p:cNvSpPr>
          <p:nvPr>
            <p:ph type="ftr" sz="quarter" idx="21"/>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7271489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 column - teal triangl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8410678" cy="3937819"/>
          </a:xfrm>
          <a:prstGeom prst="rect">
            <a:avLst/>
          </a:prstGeom>
        </p:spPr>
        <p:txBody>
          <a:bodyPr numCol="1"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63FE520C-C0C0-4E4C-906E-8DD55A104245}"/>
              </a:ext>
            </a:extLst>
          </p:cNvPr>
          <p:cNvSpPr>
            <a:spLocks noGrp="1"/>
          </p:cNvSpPr>
          <p:nvPr>
            <p:ph type="sldNum" sz="quarter" idx="17"/>
          </p:nvPr>
        </p:nvSpPr>
        <p:spPr/>
        <p:txBody>
          <a:bodyPr/>
          <a:lstStyle>
            <a:lvl1pPr algn="l">
              <a:defRPr sz="1200" smtClean="0">
                <a:solidFill>
                  <a:schemeClr val="tx1"/>
                </a:solidFill>
              </a:defRPr>
            </a:lvl1pPr>
          </a:lstStyle>
          <a:p>
            <a:pPr>
              <a:defRPr/>
            </a:pPr>
            <a:fld id="{46DC93DD-4D13-BE4F-B58D-72FC9094F594}" type="slidenum">
              <a:rPr lang="en-GB"/>
              <a:pPr>
                <a:defRPr/>
              </a:pPr>
              <a:t>‹#›</a:t>
            </a:fld>
            <a:endParaRPr lang="en-GB"/>
          </a:p>
        </p:txBody>
      </p:sp>
      <p:sp>
        <p:nvSpPr>
          <p:cNvPr id="6" name="Footer Placeholder 4">
            <a:extLst>
              <a:ext uri="{FF2B5EF4-FFF2-40B4-BE49-F238E27FC236}">
                <a16:creationId xmlns:a16="http://schemas.microsoft.com/office/drawing/2014/main" id="{1CB3D0C8-78FC-9A40-8AC8-B2D04F624B26}"/>
              </a:ext>
            </a:extLst>
          </p:cNvPr>
          <p:cNvSpPr>
            <a:spLocks noGrp="1"/>
          </p:cNvSpPr>
          <p:nvPr>
            <p:ph type="ftr" sz="quarter" idx="18"/>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5443585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ntent 1 column - picture triangle">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8410678" cy="3937819"/>
          </a:xfrm>
          <a:prstGeom prst="rect">
            <a:avLst/>
          </a:prstGeom>
        </p:spPr>
        <p:txBody>
          <a:bodyPr numCol="1"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7" name="Picture Placeholder 2"/>
          <p:cNvSpPr>
            <a:spLocks noGrp="1"/>
          </p:cNvSpPr>
          <p:nvPr>
            <p:ph type="pic" sz="quarter" idx="19"/>
          </p:nvPr>
        </p:nvSpPr>
        <p:spPr>
          <a:xfrm>
            <a:off x="8355013" y="1324195"/>
            <a:ext cx="3911106" cy="4794523"/>
          </a:xfrm>
          <a:custGeom>
            <a:avLst/>
            <a:gdLst>
              <a:gd name="connsiteX0" fmla="*/ 0 w 3763962"/>
              <a:gd name="connsiteY0" fmla="*/ 0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0 h 6434138"/>
              <a:gd name="connsiteX0" fmla="*/ 0 w 3763962"/>
              <a:gd name="connsiteY0" fmla="*/ 3878317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3878317 h 6434138"/>
              <a:gd name="connsiteX0" fmla="*/ 0 w 3890086"/>
              <a:gd name="connsiteY0" fmla="*/ 2396358 h 4952179"/>
              <a:gd name="connsiteX1" fmla="*/ 3890086 w 3890086"/>
              <a:gd name="connsiteY1" fmla="*/ 0 h 4952179"/>
              <a:gd name="connsiteX2" fmla="*/ 3763962 w 3890086"/>
              <a:gd name="connsiteY2" fmla="*/ 4952179 h 4952179"/>
              <a:gd name="connsiteX3" fmla="*/ 0 w 3890086"/>
              <a:gd name="connsiteY3" fmla="*/ 4952179 h 4952179"/>
              <a:gd name="connsiteX4" fmla="*/ 0 w 3890086"/>
              <a:gd name="connsiteY4" fmla="*/ 2396358 h 4952179"/>
              <a:gd name="connsiteX0" fmla="*/ 0 w 3911106"/>
              <a:gd name="connsiteY0" fmla="*/ 2396358 h 4952179"/>
              <a:gd name="connsiteX1" fmla="*/ 3890086 w 3911106"/>
              <a:gd name="connsiteY1" fmla="*/ 0 h 4952179"/>
              <a:gd name="connsiteX2" fmla="*/ 3911106 w 3911106"/>
              <a:gd name="connsiteY2" fmla="*/ 3512262 h 4952179"/>
              <a:gd name="connsiteX3" fmla="*/ 0 w 3911106"/>
              <a:gd name="connsiteY3" fmla="*/ 4952179 h 4952179"/>
              <a:gd name="connsiteX4" fmla="*/ 0 w 3911106"/>
              <a:gd name="connsiteY4" fmla="*/ 2396358 h 4952179"/>
              <a:gd name="connsiteX0" fmla="*/ 0 w 3911106"/>
              <a:gd name="connsiteY0" fmla="*/ 2396358 h 4805034"/>
              <a:gd name="connsiteX1" fmla="*/ 3890086 w 3911106"/>
              <a:gd name="connsiteY1" fmla="*/ 0 h 4805034"/>
              <a:gd name="connsiteX2" fmla="*/ 3911106 w 3911106"/>
              <a:gd name="connsiteY2" fmla="*/ 3512262 h 4805034"/>
              <a:gd name="connsiteX3" fmla="*/ 3899338 w 3911106"/>
              <a:gd name="connsiteY3" fmla="*/ 4805034 h 4805034"/>
              <a:gd name="connsiteX4" fmla="*/ 0 w 3911106"/>
              <a:gd name="connsiteY4" fmla="*/ 2396358 h 4805034"/>
              <a:gd name="connsiteX0" fmla="*/ 0 w 3911106"/>
              <a:gd name="connsiteY0" fmla="*/ 2385847 h 4794523"/>
              <a:gd name="connsiteX1" fmla="*/ 3900596 w 3911106"/>
              <a:gd name="connsiteY1" fmla="*/ 0 h 4794523"/>
              <a:gd name="connsiteX2" fmla="*/ 3911106 w 3911106"/>
              <a:gd name="connsiteY2" fmla="*/ 3501751 h 4794523"/>
              <a:gd name="connsiteX3" fmla="*/ 3899338 w 3911106"/>
              <a:gd name="connsiteY3" fmla="*/ 4794523 h 4794523"/>
              <a:gd name="connsiteX4" fmla="*/ 0 w 3911106"/>
              <a:gd name="connsiteY4" fmla="*/ 2385847 h 47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106" h="4794523">
                <a:moveTo>
                  <a:pt x="0" y="2385847"/>
                </a:moveTo>
                <a:lnTo>
                  <a:pt x="3900596" y="0"/>
                </a:lnTo>
                <a:cubicBezTo>
                  <a:pt x="3904099" y="1167250"/>
                  <a:pt x="3907603" y="2334501"/>
                  <a:pt x="3911106" y="3501751"/>
                </a:cubicBezTo>
                <a:lnTo>
                  <a:pt x="3899338" y="4794523"/>
                </a:lnTo>
                <a:lnTo>
                  <a:pt x="0" y="2385847"/>
                </a:lnTo>
                <a:close/>
              </a:path>
            </a:pathLst>
          </a:custGeom>
        </p:spPr>
        <p:txBody>
          <a:bodyPr/>
          <a:lstStyle/>
          <a:p>
            <a:pPr lvl="0"/>
            <a:r>
              <a:rPr lang="en-GB" noProof="0"/>
              <a:t>Click icon to add picture</a:t>
            </a:r>
            <a:endParaRPr lang="en-US" noProof="0"/>
          </a:p>
        </p:txBody>
      </p:sp>
      <p:sp>
        <p:nvSpPr>
          <p:cNvPr id="6" name="Slide Number Placeholder 5">
            <a:extLst>
              <a:ext uri="{FF2B5EF4-FFF2-40B4-BE49-F238E27FC236}">
                <a16:creationId xmlns:a16="http://schemas.microsoft.com/office/drawing/2014/main" id="{4A5621DC-169D-5640-880B-D54082587CB3}"/>
              </a:ext>
            </a:extLst>
          </p:cNvPr>
          <p:cNvSpPr>
            <a:spLocks noGrp="1"/>
          </p:cNvSpPr>
          <p:nvPr>
            <p:ph type="sldNum" sz="quarter" idx="20"/>
          </p:nvPr>
        </p:nvSpPr>
        <p:spPr/>
        <p:txBody>
          <a:bodyPr/>
          <a:lstStyle>
            <a:lvl1pPr algn="l">
              <a:defRPr sz="1200" smtClean="0">
                <a:solidFill>
                  <a:schemeClr val="tx1"/>
                </a:solidFill>
              </a:defRPr>
            </a:lvl1pPr>
          </a:lstStyle>
          <a:p>
            <a:pPr>
              <a:defRPr/>
            </a:pPr>
            <a:fld id="{8D0BC56D-84F9-A848-BCAD-DE5B94CACA02}" type="slidenum">
              <a:rPr lang="en-GB"/>
              <a:pPr>
                <a:defRPr/>
              </a:pPr>
              <a:t>‹#›</a:t>
            </a:fld>
            <a:endParaRPr lang="en-GB"/>
          </a:p>
        </p:txBody>
      </p:sp>
      <p:sp>
        <p:nvSpPr>
          <p:cNvPr id="8" name="Footer Placeholder 4">
            <a:extLst>
              <a:ext uri="{FF2B5EF4-FFF2-40B4-BE49-F238E27FC236}">
                <a16:creationId xmlns:a16="http://schemas.microsoft.com/office/drawing/2014/main" id="{B1D62A34-BDDF-134C-B6F2-B0F224FC61B3}"/>
              </a:ext>
            </a:extLst>
          </p:cNvPr>
          <p:cNvSpPr>
            <a:spLocks noGrp="1"/>
          </p:cNvSpPr>
          <p:nvPr>
            <p:ph type="ftr" sz="quarter" idx="21"/>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628289277"/>
      </p:ext>
    </p:extLst>
  </p:cSld>
  <p:clrMapOvr>
    <a:masterClrMapping/>
  </p:clrMapOvr>
  <p:transition spd="slow"/>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ntent 1 column - teal background">
    <p:bg>
      <p:bgPr>
        <a:solidFill>
          <a:srgbClr val="10A991"/>
        </a:solid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8410678" cy="3937819"/>
          </a:xfrm>
          <a:prstGeom prst="rect">
            <a:avLst/>
          </a:prstGeom>
        </p:spPr>
        <p:txBody>
          <a:bodyPr numCol="1" spcCol="540000"/>
          <a:lstStyle>
            <a:lvl1pPr>
              <a:defRPr sz="1800" b="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7" name="Text Placeholder 5"/>
          <p:cNvSpPr>
            <a:spLocks noGrp="1" noChangeAspect="1"/>
          </p:cNvSpPr>
          <p:nvPr>
            <p:ph type="body" sz="quarter" idx="18"/>
          </p:nvPr>
        </p:nvSpPr>
        <p:spPr>
          <a:xfrm>
            <a:off x="10746830" y="52550"/>
            <a:ext cx="1371600" cy="1371600"/>
          </a:xfrm>
          <a:prstGeom prst="rect">
            <a:avLst/>
          </a:prstGeom>
          <a:blipFill dpi="0" rotWithShape="1">
            <a:blip r:embed="rId2"/>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262B16B3-614F-1345-B3ED-3176CDD5278D}"/>
              </a:ext>
            </a:extLst>
          </p:cNvPr>
          <p:cNvSpPr>
            <a:spLocks noGrp="1"/>
          </p:cNvSpPr>
          <p:nvPr>
            <p:ph type="sldNum" sz="quarter" idx="19"/>
          </p:nvPr>
        </p:nvSpPr>
        <p:spPr/>
        <p:txBody>
          <a:bodyPr/>
          <a:lstStyle>
            <a:lvl1pPr algn="l">
              <a:defRPr sz="1200" smtClean="0">
                <a:solidFill>
                  <a:schemeClr val="tx1"/>
                </a:solidFill>
              </a:defRPr>
            </a:lvl1pPr>
          </a:lstStyle>
          <a:p>
            <a:pPr>
              <a:defRPr/>
            </a:pPr>
            <a:fld id="{51692903-8EE3-2344-A6BF-9D564F816A87}" type="slidenum">
              <a:rPr lang="en-GB"/>
              <a:pPr>
                <a:defRPr/>
              </a:pPr>
              <a:t>‹#›</a:t>
            </a:fld>
            <a:endParaRPr lang="en-GB"/>
          </a:p>
        </p:txBody>
      </p:sp>
      <p:sp>
        <p:nvSpPr>
          <p:cNvPr id="8" name="Footer Placeholder 4">
            <a:extLst>
              <a:ext uri="{FF2B5EF4-FFF2-40B4-BE49-F238E27FC236}">
                <a16:creationId xmlns:a16="http://schemas.microsoft.com/office/drawing/2014/main" id="{69E3B3EB-A4E5-7548-967B-8BFDC651FFEA}"/>
              </a:ext>
            </a:extLst>
          </p:cNvPr>
          <p:cNvSpPr>
            <a:spLocks noGrp="1"/>
          </p:cNvSpPr>
          <p:nvPr>
            <p:ph type="ftr" sz="quarter" idx="20"/>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6041810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ntent and image - teal backgroun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6668674" cy="3937819"/>
          </a:xfrm>
          <a:prstGeom prst="rect">
            <a:avLst/>
          </a:prstGeom>
        </p:spPr>
        <p:txBody>
          <a:bodyPr numCol="1" spcCol="540000"/>
          <a:lstStyle>
            <a:lvl1pPr>
              <a:defRPr sz="1800" b="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7" name="Text Placeholder 5"/>
          <p:cNvSpPr>
            <a:spLocks noGrp="1" noChangeAspect="1"/>
          </p:cNvSpPr>
          <p:nvPr>
            <p:ph type="body" sz="quarter" idx="18"/>
          </p:nvPr>
        </p:nvSpPr>
        <p:spPr>
          <a:xfrm>
            <a:off x="10746830" y="52550"/>
            <a:ext cx="1371600" cy="1371600"/>
          </a:xfrm>
          <a:prstGeom prst="rect">
            <a:avLst/>
          </a:prstGeom>
          <a:blipFill dpi="0" rotWithShape="1">
            <a:blip r:embed="rId3"/>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F7C3E01D-A05F-6641-88C8-039D81415381}"/>
              </a:ext>
            </a:extLst>
          </p:cNvPr>
          <p:cNvSpPr>
            <a:spLocks noGrp="1"/>
          </p:cNvSpPr>
          <p:nvPr>
            <p:ph type="sldNum" sz="quarter" idx="19"/>
          </p:nvPr>
        </p:nvSpPr>
        <p:spPr/>
        <p:txBody>
          <a:bodyPr/>
          <a:lstStyle>
            <a:lvl1pPr algn="l">
              <a:defRPr sz="1200" smtClean="0">
                <a:solidFill>
                  <a:schemeClr val="tx1"/>
                </a:solidFill>
              </a:defRPr>
            </a:lvl1pPr>
          </a:lstStyle>
          <a:p>
            <a:pPr>
              <a:defRPr/>
            </a:pPr>
            <a:fld id="{63ED9659-7380-EA45-87E4-C5C1C609A8BF}" type="slidenum">
              <a:rPr lang="en-GB"/>
              <a:pPr>
                <a:defRPr/>
              </a:pPr>
              <a:t>‹#›</a:t>
            </a:fld>
            <a:endParaRPr lang="en-GB"/>
          </a:p>
        </p:txBody>
      </p:sp>
      <p:sp>
        <p:nvSpPr>
          <p:cNvPr id="8" name="Footer Placeholder 4">
            <a:extLst>
              <a:ext uri="{FF2B5EF4-FFF2-40B4-BE49-F238E27FC236}">
                <a16:creationId xmlns:a16="http://schemas.microsoft.com/office/drawing/2014/main" id="{78C72FD2-76D7-C44D-8199-0621BE354B1B}"/>
              </a:ext>
            </a:extLst>
          </p:cNvPr>
          <p:cNvSpPr>
            <a:spLocks noGrp="1"/>
          </p:cNvSpPr>
          <p:nvPr>
            <p:ph type="ftr" sz="quarter" idx="20"/>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7250064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ntent and image - image triangle">
    <p:bg>
      <p:bgPr>
        <a:solidFill>
          <a:srgbClr val="10A991"/>
        </a:solid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6668674" cy="3937819"/>
          </a:xfrm>
          <a:prstGeom prst="rect">
            <a:avLst/>
          </a:prstGeom>
        </p:spPr>
        <p:txBody>
          <a:bodyPr numCol="1" spcCol="540000"/>
          <a:lstStyle>
            <a:lvl1pPr>
              <a:defRPr sz="1800" b="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7" name="Text Placeholder 5"/>
          <p:cNvSpPr>
            <a:spLocks noGrp="1" noChangeAspect="1"/>
          </p:cNvSpPr>
          <p:nvPr>
            <p:ph type="body" sz="quarter" idx="18"/>
          </p:nvPr>
        </p:nvSpPr>
        <p:spPr>
          <a:xfrm>
            <a:off x="10746830" y="52550"/>
            <a:ext cx="1371600" cy="1371600"/>
          </a:xfrm>
          <a:prstGeom prst="rect">
            <a:avLst/>
          </a:prstGeom>
          <a:blipFill dpi="0" rotWithShape="1">
            <a:blip r:embed="rId2"/>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10" name="Picture Placeholder 2"/>
          <p:cNvSpPr>
            <a:spLocks noGrp="1"/>
          </p:cNvSpPr>
          <p:nvPr>
            <p:ph type="pic" sz="quarter" idx="19"/>
          </p:nvPr>
        </p:nvSpPr>
        <p:spPr>
          <a:xfrm>
            <a:off x="8355013" y="1324195"/>
            <a:ext cx="3911106" cy="4794523"/>
          </a:xfrm>
          <a:custGeom>
            <a:avLst/>
            <a:gdLst>
              <a:gd name="connsiteX0" fmla="*/ 0 w 3763962"/>
              <a:gd name="connsiteY0" fmla="*/ 0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0 h 6434138"/>
              <a:gd name="connsiteX0" fmla="*/ 0 w 3763962"/>
              <a:gd name="connsiteY0" fmla="*/ 3878317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3878317 h 6434138"/>
              <a:gd name="connsiteX0" fmla="*/ 0 w 3890086"/>
              <a:gd name="connsiteY0" fmla="*/ 2396358 h 4952179"/>
              <a:gd name="connsiteX1" fmla="*/ 3890086 w 3890086"/>
              <a:gd name="connsiteY1" fmla="*/ 0 h 4952179"/>
              <a:gd name="connsiteX2" fmla="*/ 3763962 w 3890086"/>
              <a:gd name="connsiteY2" fmla="*/ 4952179 h 4952179"/>
              <a:gd name="connsiteX3" fmla="*/ 0 w 3890086"/>
              <a:gd name="connsiteY3" fmla="*/ 4952179 h 4952179"/>
              <a:gd name="connsiteX4" fmla="*/ 0 w 3890086"/>
              <a:gd name="connsiteY4" fmla="*/ 2396358 h 4952179"/>
              <a:gd name="connsiteX0" fmla="*/ 0 w 3911106"/>
              <a:gd name="connsiteY0" fmla="*/ 2396358 h 4952179"/>
              <a:gd name="connsiteX1" fmla="*/ 3890086 w 3911106"/>
              <a:gd name="connsiteY1" fmla="*/ 0 h 4952179"/>
              <a:gd name="connsiteX2" fmla="*/ 3911106 w 3911106"/>
              <a:gd name="connsiteY2" fmla="*/ 3512262 h 4952179"/>
              <a:gd name="connsiteX3" fmla="*/ 0 w 3911106"/>
              <a:gd name="connsiteY3" fmla="*/ 4952179 h 4952179"/>
              <a:gd name="connsiteX4" fmla="*/ 0 w 3911106"/>
              <a:gd name="connsiteY4" fmla="*/ 2396358 h 4952179"/>
              <a:gd name="connsiteX0" fmla="*/ 0 w 3911106"/>
              <a:gd name="connsiteY0" fmla="*/ 2396358 h 4805034"/>
              <a:gd name="connsiteX1" fmla="*/ 3890086 w 3911106"/>
              <a:gd name="connsiteY1" fmla="*/ 0 h 4805034"/>
              <a:gd name="connsiteX2" fmla="*/ 3911106 w 3911106"/>
              <a:gd name="connsiteY2" fmla="*/ 3512262 h 4805034"/>
              <a:gd name="connsiteX3" fmla="*/ 3899338 w 3911106"/>
              <a:gd name="connsiteY3" fmla="*/ 4805034 h 4805034"/>
              <a:gd name="connsiteX4" fmla="*/ 0 w 3911106"/>
              <a:gd name="connsiteY4" fmla="*/ 2396358 h 4805034"/>
              <a:gd name="connsiteX0" fmla="*/ 0 w 3911106"/>
              <a:gd name="connsiteY0" fmla="*/ 2385847 h 4794523"/>
              <a:gd name="connsiteX1" fmla="*/ 3900596 w 3911106"/>
              <a:gd name="connsiteY1" fmla="*/ 0 h 4794523"/>
              <a:gd name="connsiteX2" fmla="*/ 3911106 w 3911106"/>
              <a:gd name="connsiteY2" fmla="*/ 3501751 h 4794523"/>
              <a:gd name="connsiteX3" fmla="*/ 3899338 w 3911106"/>
              <a:gd name="connsiteY3" fmla="*/ 4794523 h 4794523"/>
              <a:gd name="connsiteX4" fmla="*/ 0 w 3911106"/>
              <a:gd name="connsiteY4" fmla="*/ 2385847 h 47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106" h="4794523">
                <a:moveTo>
                  <a:pt x="0" y="2385847"/>
                </a:moveTo>
                <a:lnTo>
                  <a:pt x="3900596" y="0"/>
                </a:lnTo>
                <a:cubicBezTo>
                  <a:pt x="3904099" y="1167250"/>
                  <a:pt x="3907603" y="2334501"/>
                  <a:pt x="3911106" y="3501751"/>
                </a:cubicBezTo>
                <a:lnTo>
                  <a:pt x="3899338" y="4794523"/>
                </a:lnTo>
                <a:lnTo>
                  <a:pt x="0" y="2385847"/>
                </a:lnTo>
                <a:close/>
              </a:path>
            </a:pathLst>
          </a:custGeom>
        </p:spPr>
        <p:txBody>
          <a:bodyPr/>
          <a:lstStyle/>
          <a:p>
            <a:pPr lvl="0"/>
            <a:r>
              <a:rPr lang="en-GB" noProof="0"/>
              <a:t>Click icon to add picture</a:t>
            </a:r>
            <a:endParaRPr lang="en-US" noProof="0"/>
          </a:p>
        </p:txBody>
      </p:sp>
      <p:sp>
        <p:nvSpPr>
          <p:cNvPr id="8" name="Slide Number Placeholder 5">
            <a:extLst>
              <a:ext uri="{FF2B5EF4-FFF2-40B4-BE49-F238E27FC236}">
                <a16:creationId xmlns:a16="http://schemas.microsoft.com/office/drawing/2014/main" id="{5E8B3D66-21E0-1C42-81EB-88D70C416094}"/>
              </a:ext>
            </a:extLst>
          </p:cNvPr>
          <p:cNvSpPr>
            <a:spLocks noGrp="1"/>
          </p:cNvSpPr>
          <p:nvPr>
            <p:ph type="sldNum" sz="quarter" idx="20"/>
          </p:nvPr>
        </p:nvSpPr>
        <p:spPr/>
        <p:txBody>
          <a:bodyPr/>
          <a:lstStyle>
            <a:lvl1pPr algn="l">
              <a:defRPr sz="1200" smtClean="0">
                <a:solidFill>
                  <a:schemeClr val="tx1"/>
                </a:solidFill>
              </a:defRPr>
            </a:lvl1pPr>
          </a:lstStyle>
          <a:p>
            <a:pPr>
              <a:defRPr/>
            </a:pPr>
            <a:fld id="{28DE0EC4-42E4-F244-B66F-8A322AF0C886}" type="slidenum">
              <a:rPr lang="en-GB"/>
              <a:pPr>
                <a:defRPr/>
              </a:pPr>
              <a:t>‹#›</a:t>
            </a:fld>
            <a:endParaRPr lang="en-GB"/>
          </a:p>
        </p:txBody>
      </p:sp>
      <p:sp>
        <p:nvSpPr>
          <p:cNvPr id="11" name="Footer Placeholder 4">
            <a:extLst>
              <a:ext uri="{FF2B5EF4-FFF2-40B4-BE49-F238E27FC236}">
                <a16:creationId xmlns:a16="http://schemas.microsoft.com/office/drawing/2014/main" id="{EB304955-B020-DB45-ADF9-FF16433FCE7C}"/>
              </a:ext>
            </a:extLst>
          </p:cNvPr>
          <p:cNvSpPr>
            <a:spLocks noGrp="1"/>
          </p:cNvSpPr>
          <p:nvPr>
            <p:ph type="ftr" sz="quarter" idx="21"/>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948997733"/>
      </p:ext>
    </p:extLst>
  </p:cSld>
  <p:clrMapOvr>
    <a:masterClrMapping/>
  </p:clrMapOvr>
  <p:transition spd="slow"/>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1 column - orange triangl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50" y="2153264"/>
            <a:ext cx="8410678" cy="3937819"/>
          </a:xfrm>
          <a:prstGeom prst="rect">
            <a:avLst/>
          </a:prstGeom>
        </p:spPr>
        <p:txBody>
          <a:bodyPr numCol="1"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07BF4CD4-4922-EA4F-8AC5-9FC620FACFC5}"/>
              </a:ext>
            </a:extLst>
          </p:cNvPr>
          <p:cNvSpPr>
            <a:spLocks noGrp="1"/>
          </p:cNvSpPr>
          <p:nvPr>
            <p:ph type="sldNum" sz="quarter" idx="17"/>
          </p:nvPr>
        </p:nvSpPr>
        <p:spPr/>
        <p:txBody>
          <a:bodyPr/>
          <a:lstStyle>
            <a:lvl1pPr algn="l">
              <a:defRPr sz="1200" smtClean="0">
                <a:solidFill>
                  <a:schemeClr val="tx1"/>
                </a:solidFill>
              </a:defRPr>
            </a:lvl1pPr>
          </a:lstStyle>
          <a:p>
            <a:pPr>
              <a:defRPr/>
            </a:pPr>
            <a:fld id="{A9522E65-DD41-1646-AD1A-2E50CB542A7A}" type="slidenum">
              <a:rPr lang="en-GB"/>
              <a:pPr>
                <a:defRPr/>
              </a:pPr>
              <a:t>‹#›</a:t>
            </a:fld>
            <a:endParaRPr lang="en-GB"/>
          </a:p>
        </p:txBody>
      </p:sp>
      <p:sp>
        <p:nvSpPr>
          <p:cNvPr id="6" name="Footer Placeholder 4">
            <a:extLst>
              <a:ext uri="{FF2B5EF4-FFF2-40B4-BE49-F238E27FC236}">
                <a16:creationId xmlns:a16="http://schemas.microsoft.com/office/drawing/2014/main" id="{C3798937-F1EF-9048-818A-A4EFBB56855B}"/>
              </a:ext>
            </a:extLst>
          </p:cNvPr>
          <p:cNvSpPr>
            <a:spLocks noGrp="1"/>
          </p:cNvSpPr>
          <p:nvPr>
            <p:ph type="ftr" sz="quarter" idx="18"/>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5895930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ntent and image - orange backgroun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7" name="Text Placeholder 5"/>
          <p:cNvSpPr>
            <a:spLocks noGrp="1" noChangeAspect="1"/>
          </p:cNvSpPr>
          <p:nvPr>
            <p:ph type="body" sz="quarter" idx="18"/>
          </p:nvPr>
        </p:nvSpPr>
        <p:spPr>
          <a:xfrm>
            <a:off x="10746830" y="52550"/>
            <a:ext cx="1371600" cy="1371600"/>
          </a:xfrm>
          <a:prstGeom prst="rect">
            <a:avLst/>
          </a:prstGeom>
          <a:blipFill dpi="0" rotWithShape="1">
            <a:blip r:embed="rId3"/>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8" name="Text Placeholder 7"/>
          <p:cNvSpPr>
            <a:spLocks noGrp="1"/>
          </p:cNvSpPr>
          <p:nvPr>
            <p:ph type="body" sz="quarter" idx="16"/>
          </p:nvPr>
        </p:nvSpPr>
        <p:spPr>
          <a:xfrm>
            <a:off x="467850" y="2153264"/>
            <a:ext cx="6668674" cy="3937819"/>
          </a:xfrm>
          <a:prstGeom prst="rect">
            <a:avLst/>
          </a:prstGeom>
        </p:spPr>
        <p:txBody>
          <a:bodyPr numCol="1" spcCol="540000"/>
          <a:lstStyle>
            <a:lvl1pPr>
              <a:defRPr sz="1800" b="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6" name="Slide Number Placeholder 5">
            <a:extLst>
              <a:ext uri="{FF2B5EF4-FFF2-40B4-BE49-F238E27FC236}">
                <a16:creationId xmlns:a16="http://schemas.microsoft.com/office/drawing/2014/main" id="{B83B22BC-C692-C042-8E93-3F81143B5D3D}"/>
              </a:ext>
            </a:extLst>
          </p:cNvPr>
          <p:cNvSpPr>
            <a:spLocks noGrp="1"/>
          </p:cNvSpPr>
          <p:nvPr>
            <p:ph type="sldNum" sz="quarter" idx="19"/>
          </p:nvPr>
        </p:nvSpPr>
        <p:spPr/>
        <p:txBody>
          <a:bodyPr/>
          <a:lstStyle>
            <a:lvl1pPr algn="l">
              <a:defRPr sz="1200" smtClean="0">
                <a:solidFill>
                  <a:schemeClr val="tx1"/>
                </a:solidFill>
              </a:defRPr>
            </a:lvl1pPr>
          </a:lstStyle>
          <a:p>
            <a:pPr>
              <a:defRPr/>
            </a:pPr>
            <a:fld id="{4A584AEC-112F-E04B-ABA7-FB5C88C57ECF}" type="slidenum">
              <a:rPr lang="en-GB"/>
              <a:pPr>
                <a:defRPr/>
              </a:pPr>
              <a:t>‹#›</a:t>
            </a:fld>
            <a:endParaRPr lang="en-GB"/>
          </a:p>
        </p:txBody>
      </p:sp>
      <p:sp>
        <p:nvSpPr>
          <p:cNvPr id="10" name="Footer Placeholder 4">
            <a:extLst>
              <a:ext uri="{FF2B5EF4-FFF2-40B4-BE49-F238E27FC236}">
                <a16:creationId xmlns:a16="http://schemas.microsoft.com/office/drawing/2014/main" id="{E4FD9456-B089-B046-9884-7B4F68FF1043}"/>
              </a:ext>
            </a:extLst>
          </p:cNvPr>
          <p:cNvSpPr>
            <a:spLocks noGrp="1"/>
          </p:cNvSpPr>
          <p:nvPr>
            <p:ph type="ftr" sz="quarter" idx="20"/>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7538902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ontent and image - orange image triangle">
    <p:bg>
      <p:bgPr>
        <a:solidFill>
          <a:srgbClr val="F76919"/>
        </a:solid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7" name="Text Placeholder 5"/>
          <p:cNvSpPr>
            <a:spLocks noGrp="1" noChangeAspect="1"/>
          </p:cNvSpPr>
          <p:nvPr>
            <p:ph type="body" sz="quarter" idx="18"/>
          </p:nvPr>
        </p:nvSpPr>
        <p:spPr>
          <a:xfrm>
            <a:off x="10746830" y="52550"/>
            <a:ext cx="1371600" cy="1371600"/>
          </a:xfrm>
          <a:prstGeom prst="rect">
            <a:avLst/>
          </a:prstGeom>
          <a:blipFill dpi="0" rotWithShape="1">
            <a:blip r:embed="rId2"/>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GB"/>
              <a:t>Click to edit Master text styles</a:t>
            </a:r>
          </a:p>
        </p:txBody>
      </p:sp>
      <p:sp>
        <p:nvSpPr>
          <p:cNvPr id="8" name="Text Placeholder 7"/>
          <p:cNvSpPr>
            <a:spLocks noGrp="1"/>
          </p:cNvSpPr>
          <p:nvPr>
            <p:ph type="body" sz="quarter" idx="16"/>
          </p:nvPr>
        </p:nvSpPr>
        <p:spPr>
          <a:xfrm>
            <a:off x="467850" y="2153264"/>
            <a:ext cx="6668674" cy="3937819"/>
          </a:xfrm>
          <a:prstGeom prst="rect">
            <a:avLst/>
          </a:prstGeom>
        </p:spPr>
        <p:txBody>
          <a:bodyPr numCol="1" spcCol="540000"/>
          <a:lstStyle>
            <a:lvl1pPr>
              <a:defRPr sz="1800" b="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10" name="Picture Placeholder 2"/>
          <p:cNvSpPr>
            <a:spLocks noGrp="1"/>
          </p:cNvSpPr>
          <p:nvPr>
            <p:ph type="pic" sz="quarter" idx="19"/>
          </p:nvPr>
        </p:nvSpPr>
        <p:spPr>
          <a:xfrm>
            <a:off x="8355013" y="1324195"/>
            <a:ext cx="3911106" cy="4794523"/>
          </a:xfrm>
          <a:custGeom>
            <a:avLst/>
            <a:gdLst>
              <a:gd name="connsiteX0" fmla="*/ 0 w 3763962"/>
              <a:gd name="connsiteY0" fmla="*/ 0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0 h 6434138"/>
              <a:gd name="connsiteX0" fmla="*/ 0 w 3763962"/>
              <a:gd name="connsiteY0" fmla="*/ 3878317 h 6434138"/>
              <a:gd name="connsiteX1" fmla="*/ 3763962 w 3763962"/>
              <a:gd name="connsiteY1" fmla="*/ 0 h 6434138"/>
              <a:gd name="connsiteX2" fmla="*/ 3763962 w 3763962"/>
              <a:gd name="connsiteY2" fmla="*/ 6434138 h 6434138"/>
              <a:gd name="connsiteX3" fmla="*/ 0 w 3763962"/>
              <a:gd name="connsiteY3" fmla="*/ 6434138 h 6434138"/>
              <a:gd name="connsiteX4" fmla="*/ 0 w 3763962"/>
              <a:gd name="connsiteY4" fmla="*/ 3878317 h 6434138"/>
              <a:gd name="connsiteX0" fmla="*/ 0 w 3890086"/>
              <a:gd name="connsiteY0" fmla="*/ 2396358 h 4952179"/>
              <a:gd name="connsiteX1" fmla="*/ 3890086 w 3890086"/>
              <a:gd name="connsiteY1" fmla="*/ 0 h 4952179"/>
              <a:gd name="connsiteX2" fmla="*/ 3763962 w 3890086"/>
              <a:gd name="connsiteY2" fmla="*/ 4952179 h 4952179"/>
              <a:gd name="connsiteX3" fmla="*/ 0 w 3890086"/>
              <a:gd name="connsiteY3" fmla="*/ 4952179 h 4952179"/>
              <a:gd name="connsiteX4" fmla="*/ 0 w 3890086"/>
              <a:gd name="connsiteY4" fmla="*/ 2396358 h 4952179"/>
              <a:gd name="connsiteX0" fmla="*/ 0 w 3911106"/>
              <a:gd name="connsiteY0" fmla="*/ 2396358 h 4952179"/>
              <a:gd name="connsiteX1" fmla="*/ 3890086 w 3911106"/>
              <a:gd name="connsiteY1" fmla="*/ 0 h 4952179"/>
              <a:gd name="connsiteX2" fmla="*/ 3911106 w 3911106"/>
              <a:gd name="connsiteY2" fmla="*/ 3512262 h 4952179"/>
              <a:gd name="connsiteX3" fmla="*/ 0 w 3911106"/>
              <a:gd name="connsiteY3" fmla="*/ 4952179 h 4952179"/>
              <a:gd name="connsiteX4" fmla="*/ 0 w 3911106"/>
              <a:gd name="connsiteY4" fmla="*/ 2396358 h 4952179"/>
              <a:gd name="connsiteX0" fmla="*/ 0 w 3911106"/>
              <a:gd name="connsiteY0" fmla="*/ 2396358 h 4805034"/>
              <a:gd name="connsiteX1" fmla="*/ 3890086 w 3911106"/>
              <a:gd name="connsiteY1" fmla="*/ 0 h 4805034"/>
              <a:gd name="connsiteX2" fmla="*/ 3911106 w 3911106"/>
              <a:gd name="connsiteY2" fmla="*/ 3512262 h 4805034"/>
              <a:gd name="connsiteX3" fmla="*/ 3899338 w 3911106"/>
              <a:gd name="connsiteY3" fmla="*/ 4805034 h 4805034"/>
              <a:gd name="connsiteX4" fmla="*/ 0 w 3911106"/>
              <a:gd name="connsiteY4" fmla="*/ 2396358 h 4805034"/>
              <a:gd name="connsiteX0" fmla="*/ 0 w 3911106"/>
              <a:gd name="connsiteY0" fmla="*/ 2385847 h 4794523"/>
              <a:gd name="connsiteX1" fmla="*/ 3900596 w 3911106"/>
              <a:gd name="connsiteY1" fmla="*/ 0 h 4794523"/>
              <a:gd name="connsiteX2" fmla="*/ 3911106 w 3911106"/>
              <a:gd name="connsiteY2" fmla="*/ 3501751 h 4794523"/>
              <a:gd name="connsiteX3" fmla="*/ 3899338 w 3911106"/>
              <a:gd name="connsiteY3" fmla="*/ 4794523 h 4794523"/>
              <a:gd name="connsiteX4" fmla="*/ 0 w 3911106"/>
              <a:gd name="connsiteY4" fmla="*/ 2385847 h 4794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106" h="4794523">
                <a:moveTo>
                  <a:pt x="0" y="2385847"/>
                </a:moveTo>
                <a:lnTo>
                  <a:pt x="3900596" y="0"/>
                </a:lnTo>
                <a:cubicBezTo>
                  <a:pt x="3904099" y="1167250"/>
                  <a:pt x="3907603" y="2334501"/>
                  <a:pt x="3911106" y="3501751"/>
                </a:cubicBezTo>
                <a:lnTo>
                  <a:pt x="3899338" y="4794523"/>
                </a:lnTo>
                <a:lnTo>
                  <a:pt x="0" y="2385847"/>
                </a:lnTo>
                <a:close/>
              </a:path>
            </a:pathLst>
          </a:custGeom>
        </p:spPr>
        <p:txBody>
          <a:bodyPr/>
          <a:lstStyle/>
          <a:p>
            <a:pPr lvl="0"/>
            <a:r>
              <a:rPr lang="en-GB" noProof="0"/>
              <a:t>Click icon to add picture</a:t>
            </a:r>
            <a:endParaRPr lang="en-US" noProof="0"/>
          </a:p>
        </p:txBody>
      </p:sp>
      <p:sp>
        <p:nvSpPr>
          <p:cNvPr id="11" name="Slide Number Placeholder 5">
            <a:extLst>
              <a:ext uri="{FF2B5EF4-FFF2-40B4-BE49-F238E27FC236}">
                <a16:creationId xmlns:a16="http://schemas.microsoft.com/office/drawing/2014/main" id="{0AEC0048-1560-FF4B-A782-7B5DCA6B03CA}"/>
              </a:ext>
            </a:extLst>
          </p:cNvPr>
          <p:cNvSpPr>
            <a:spLocks noGrp="1"/>
          </p:cNvSpPr>
          <p:nvPr>
            <p:ph type="sldNum" sz="quarter" idx="20"/>
          </p:nvPr>
        </p:nvSpPr>
        <p:spPr/>
        <p:txBody>
          <a:bodyPr/>
          <a:lstStyle>
            <a:lvl1pPr algn="l">
              <a:defRPr sz="1200" smtClean="0">
                <a:solidFill>
                  <a:schemeClr val="tx1"/>
                </a:solidFill>
              </a:defRPr>
            </a:lvl1pPr>
          </a:lstStyle>
          <a:p>
            <a:pPr>
              <a:defRPr/>
            </a:pPr>
            <a:fld id="{3FD2A54A-A9D4-E945-A890-D12AC941D4E0}" type="slidenum">
              <a:rPr lang="en-GB"/>
              <a:pPr>
                <a:defRPr/>
              </a:pPr>
              <a:t>‹#›</a:t>
            </a:fld>
            <a:endParaRPr lang="en-GB"/>
          </a:p>
        </p:txBody>
      </p:sp>
      <p:sp>
        <p:nvSpPr>
          <p:cNvPr id="12" name="Footer Placeholder 4">
            <a:extLst>
              <a:ext uri="{FF2B5EF4-FFF2-40B4-BE49-F238E27FC236}">
                <a16:creationId xmlns:a16="http://schemas.microsoft.com/office/drawing/2014/main" id="{3BDFB7A9-9FCD-3A48-86E7-81673B780AFB}"/>
              </a:ext>
            </a:extLst>
          </p:cNvPr>
          <p:cNvSpPr>
            <a:spLocks noGrp="1"/>
          </p:cNvSpPr>
          <p:nvPr>
            <p:ph type="ftr" sz="quarter" idx="21"/>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4214953338"/>
      </p:ext>
    </p:extLst>
  </p:cSld>
  <p:clrMapOvr>
    <a:masterClrMapping/>
  </p:clrMapOvr>
  <p:transition spd="slow"/>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2 column - teal triangl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 name="Title 1"/>
          <p:cNvSpPr>
            <a:spLocks noGrp="1"/>
          </p:cNvSpPr>
          <p:nvPr>
            <p:ph type="title"/>
          </p:nvPr>
        </p:nvSpPr>
        <p:spPr>
          <a:xfrm>
            <a:off x="482598" y="457200"/>
            <a:ext cx="8395930"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9" name="Text Placeholder 7"/>
          <p:cNvSpPr>
            <a:spLocks noGrp="1"/>
          </p:cNvSpPr>
          <p:nvPr>
            <p:ph type="body" sz="quarter" idx="14"/>
          </p:nvPr>
        </p:nvSpPr>
        <p:spPr>
          <a:xfrm>
            <a:off x="482599" y="1393825"/>
            <a:ext cx="8395929"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21" name="Text Placeholder 7"/>
          <p:cNvSpPr>
            <a:spLocks noGrp="1"/>
          </p:cNvSpPr>
          <p:nvPr>
            <p:ph type="body" sz="quarter" idx="16"/>
          </p:nvPr>
        </p:nvSpPr>
        <p:spPr>
          <a:xfrm>
            <a:off x="467848" y="2153264"/>
            <a:ext cx="8410679" cy="3937819"/>
          </a:xfrm>
          <a:prstGeom prst="rect">
            <a:avLst/>
          </a:prstGeom>
        </p:spPr>
        <p:txBody>
          <a:bodyPr numCol="2" spcCol="540000"/>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B9F5497D-2BFD-9A4D-8BE5-694315A7E906}"/>
              </a:ext>
            </a:extLst>
          </p:cNvPr>
          <p:cNvSpPr>
            <a:spLocks noGrp="1"/>
          </p:cNvSpPr>
          <p:nvPr>
            <p:ph type="sldNum" sz="quarter" idx="17"/>
          </p:nvPr>
        </p:nvSpPr>
        <p:spPr/>
        <p:txBody>
          <a:bodyPr/>
          <a:lstStyle>
            <a:lvl1pPr algn="l">
              <a:defRPr sz="1200" smtClean="0">
                <a:solidFill>
                  <a:schemeClr val="tx1"/>
                </a:solidFill>
              </a:defRPr>
            </a:lvl1pPr>
          </a:lstStyle>
          <a:p>
            <a:pPr>
              <a:defRPr/>
            </a:pPr>
            <a:fld id="{D1D8869A-93EE-D14F-B734-5FB8B676A893}" type="slidenum">
              <a:rPr lang="en-GB"/>
              <a:pPr>
                <a:defRPr/>
              </a:pPr>
              <a:t>‹#›</a:t>
            </a:fld>
            <a:endParaRPr lang="en-GB"/>
          </a:p>
        </p:txBody>
      </p:sp>
      <p:sp>
        <p:nvSpPr>
          <p:cNvPr id="6" name="Footer Placeholder 4">
            <a:extLst>
              <a:ext uri="{FF2B5EF4-FFF2-40B4-BE49-F238E27FC236}">
                <a16:creationId xmlns:a16="http://schemas.microsoft.com/office/drawing/2014/main" id="{358D88E7-03D5-7449-BD88-89B2382D2C1B}"/>
              </a:ext>
            </a:extLst>
          </p:cNvPr>
          <p:cNvSpPr>
            <a:spLocks noGrp="1"/>
          </p:cNvSpPr>
          <p:nvPr>
            <p:ph type="ftr" sz="quarter" idx="18"/>
          </p:nvPr>
        </p:nvSpPr>
        <p:spPr/>
        <p:txBody>
          <a:bodyPr/>
          <a:lstStyle>
            <a:lvl1pPr algn="l">
              <a:defRPr sz="650" dirty="0">
                <a:solidFill>
                  <a:schemeClr val="tx1"/>
                </a:solidFill>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3017678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 centre object">
    <p:spTree>
      <p:nvGrpSpPr>
        <p:cNvPr id="1" name=""/>
        <p:cNvGrpSpPr/>
        <p:nvPr/>
      </p:nvGrpSpPr>
      <p:grpSpPr>
        <a:xfrm>
          <a:off x="0" y="0"/>
          <a:ext cx="0" cy="0"/>
          <a:chOff x="0" y="0"/>
          <a:chExt cx="0" cy="0"/>
        </a:xfrm>
      </p:grpSpPr>
      <p:sp>
        <p:nvSpPr>
          <p:cNvPr id="6" name="Content Placeholder 5"/>
          <p:cNvSpPr>
            <a:spLocks noGrp="1"/>
          </p:cNvSpPr>
          <p:nvPr>
            <p:ph sz="quarter" idx="12"/>
          </p:nvPr>
        </p:nvSpPr>
        <p:spPr>
          <a:xfrm>
            <a:off x="490538" y="1758950"/>
            <a:ext cx="10193790" cy="3974666"/>
          </a:xfrm>
          <a:prstGeom prst="rect">
            <a:avLst/>
          </a:prstGeom>
        </p:spPr>
        <p:txBody>
          <a:bodyPr/>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lvl1pPr>
          </a:lstStyle>
          <a:p>
            <a:pPr lvl="0"/>
            <a:r>
              <a:rPr lang="en-GB"/>
              <a:t>Click to edit Master text styles</a:t>
            </a:r>
          </a:p>
          <a:p>
            <a:pPr lvl="1"/>
            <a:r>
              <a:rPr lang="en-GB"/>
              <a:t>Second level</a:t>
            </a:r>
          </a:p>
        </p:txBody>
      </p:sp>
      <p:sp>
        <p:nvSpPr>
          <p:cNvPr id="10"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4" name="Slide Number Placeholder 5">
            <a:extLst>
              <a:ext uri="{FF2B5EF4-FFF2-40B4-BE49-F238E27FC236}">
                <a16:creationId xmlns:a16="http://schemas.microsoft.com/office/drawing/2014/main" id="{E93FCAA1-31B4-3348-AE75-53D15D64E28C}"/>
              </a:ext>
            </a:extLst>
          </p:cNvPr>
          <p:cNvSpPr>
            <a:spLocks noGrp="1"/>
          </p:cNvSpPr>
          <p:nvPr>
            <p:ph type="sldNum" sz="quarter" idx="13"/>
          </p:nvPr>
        </p:nvSpPr>
        <p:spPr/>
        <p:txBody>
          <a:bodyPr/>
          <a:lstStyle>
            <a:lvl1pPr>
              <a:defRPr/>
            </a:lvl1pPr>
          </a:lstStyle>
          <a:p>
            <a:pPr>
              <a:defRPr/>
            </a:pPr>
            <a:fld id="{14870A5E-3649-BF4A-8DD3-071B540F834E}" type="slidenum">
              <a:rPr lang="en-GB"/>
              <a:pPr>
                <a:defRPr/>
              </a:pPr>
              <a:t>‹#›</a:t>
            </a:fld>
            <a:endParaRPr lang="en-GB"/>
          </a:p>
        </p:txBody>
      </p:sp>
      <p:sp>
        <p:nvSpPr>
          <p:cNvPr id="5" name="Footer Placeholder 4">
            <a:extLst>
              <a:ext uri="{FF2B5EF4-FFF2-40B4-BE49-F238E27FC236}">
                <a16:creationId xmlns:a16="http://schemas.microsoft.com/office/drawing/2014/main" id="{854E2C56-4050-0B4E-BFC8-CB9C7B70CDEB}"/>
              </a:ext>
            </a:extLst>
          </p:cNvPr>
          <p:cNvSpPr>
            <a:spLocks noGrp="1"/>
          </p:cNvSpPr>
          <p:nvPr>
            <p:ph type="ftr" sz="quarter" idx="14"/>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8286048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 full page 2 column">
    <p:spTree>
      <p:nvGrpSpPr>
        <p:cNvPr id="1" name=""/>
        <p:cNvGrpSpPr/>
        <p:nvPr/>
      </p:nvGrpSpPr>
      <p:grpSpPr>
        <a:xfrm>
          <a:off x="0" y="0"/>
          <a:ext cx="0" cy="0"/>
          <a:chOff x="0" y="0"/>
          <a:chExt cx="0" cy="0"/>
        </a:xfrm>
      </p:grpSpPr>
      <p:sp>
        <p:nvSpPr>
          <p:cNvPr id="15"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6" name="Text Placeholder 7"/>
          <p:cNvSpPr>
            <a:spLocks noGrp="1"/>
          </p:cNvSpPr>
          <p:nvPr>
            <p:ph type="body" sz="quarter" idx="15"/>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17" name="Text Placeholder 7"/>
          <p:cNvSpPr>
            <a:spLocks noGrp="1"/>
          </p:cNvSpPr>
          <p:nvPr>
            <p:ph type="body" sz="quarter" idx="16"/>
          </p:nvPr>
        </p:nvSpPr>
        <p:spPr>
          <a:xfrm>
            <a:off x="467850" y="2153264"/>
            <a:ext cx="11271866" cy="3937819"/>
          </a:xfrm>
          <a:prstGeom prst="rect">
            <a:avLst/>
          </a:prstGeom>
        </p:spPr>
        <p:txBody>
          <a:bodyPr numCol="2"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8B2B46AD-2E99-7649-9528-2139B8ACBCAD}"/>
              </a:ext>
            </a:extLst>
          </p:cNvPr>
          <p:cNvSpPr>
            <a:spLocks noGrp="1"/>
          </p:cNvSpPr>
          <p:nvPr>
            <p:ph type="sldNum" sz="quarter" idx="17"/>
          </p:nvPr>
        </p:nvSpPr>
        <p:spPr/>
        <p:txBody>
          <a:bodyPr/>
          <a:lstStyle>
            <a:lvl1pPr>
              <a:defRPr/>
            </a:lvl1pPr>
          </a:lstStyle>
          <a:p>
            <a:pPr>
              <a:defRPr/>
            </a:pPr>
            <a:fld id="{67CA7A35-93BF-5243-BD21-D751103D0EF0}" type="slidenum">
              <a:rPr lang="en-GB"/>
              <a:pPr>
                <a:defRPr/>
              </a:pPr>
              <a:t>‹#›</a:t>
            </a:fld>
            <a:endParaRPr lang="en-GB"/>
          </a:p>
        </p:txBody>
      </p:sp>
      <p:sp>
        <p:nvSpPr>
          <p:cNvPr id="6" name="Footer Placeholder 4">
            <a:extLst>
              <a:ext uri="{FF2B5EF4-FFF2-40B4-BE49-F238E27FC236}">
                <a16:creationId xmlns:a16="http://schemas.microsoft.com/office/drawing/2014/main" id="{99D60F60-B40E-9D45-9537-7E4C9FBB298F}"/>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0066085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 full page turquoise">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FD2B6D6-A3BB-EA42-A116-1DA1ECA4E923}"/>
              </a:ext>
            </a:extLst>
          </p:cNvPr>
          <p:cNvSpPr/>
          <p:nvPr userDrawn="1"/>
        </p:nvSpPr>
        <p:spPr>
          <a:xfrm rot="16200000">
            <a:off x="3430927" y="-3430927"/>
            <a:ext cx="1814053" cy="8675907"/>
          </a:xfrm>
          <a:custGeom>
            <a:avLst/>
            <a:gdLst>
              <a:gd name="connsiteX0" fmla="*/ 1814053 w 1814053"/>
              <a:gd name="connsiteY0" fmla="*/ 0 h 8675907"/>
              <a:gd name="connsiteX1" fmla="*/ 1814053 w 1814053"/>
              <a:gd name="connsiteY1" fmla="*/ 6866792 h 8675907"/>
              <a:gd name="connsiteX2" fmla="*/ 1814053 w 1814053"/>
              <a:gd name="connsiteY2" fmla="*/ 8675686 h 8675907"/>
              <a:gd name="connsiteX3" fmla="*/ 1809684 w 1814053"/>
              <a:gd name="connsiteY3" fmla="*/ 8675907 h 8675907"/>
              <a:gd name="connsiteX4" fmla="*/ 9313 w 1814053"/>
              <a:gd name="connsiteY4" fmla="*/ 7051226 h 8675907"/>
              <a:gd name="connsiteX5" fmla="*/ 0 w 1814053"/>
              <a:gd name="connsiteY5" fmla="*/ 6866792 h 8675907"/>
              <a:gd name="connsiteX6" fmla="*/ 0 w 1814053"/>
              <a:gd name="connsiteY6" fmla="*/ 0 h 867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4053" h="8675907">
                <a:moveTo>
                  <a:pt x="1814053" y="0"/>
                </a:moveTo>
                <a:lnTo>
                  <a:pt x="1814053" y="6866792"/>
                </a:lnTo>
                <a:lnTo>
                  <a:pt x="1814053" y="8675686"/>
                </a:lnTo>
                <a:lnTo>
                  <a:pt x="1809684" y="8675907"/>
                </a:lnTo>
                <a:cubicBezTo>
                  <a:pt x="872673" y="8675907"/>
                  <a:pt x="101988" y="7963786"/>
                  <a:pt x="9313" y="7051226"/>
                </a:cubicBezTo>
                <a:lnTo>
                  <a:pt x="0" y="6866792"/>
                </a:lnTo>
                <a:lnTo>
                  <a:pt x="0" y="0"/>
                </a:lnTo>
                <a:close/>
              </a:path>
            </a:pathLst>
          </a:custGeom>
          <a:solidFill>
            <a:srgbClr val="10A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Title 1"/>
          <p:cNvSpPr>
            <a:spLocks noGrp="1"/>
          </p:cNvSpPr>
          <p:nvPr>
            <p:ph type="title"/>
          </p:nvPr>
        </p:nvSpPr>
        <p:spPr>
          <a:xfrm>
            <a:off x="482598" y="457200"/>
            <a:ext cx="6898594"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16" name="Text Placeholder 7"/>
          <p:cNvSpPr>
            <a:spLocks noGrp="1"/>
          </p:cNvSpPr>
          <p:nvPr>
            <p:ph type="body" sz="quarter" idx="15"/>
          </p:nvPr>
        </p:nvSpPr>
        <p:spPr>
          <a:xfrm>
            <a:off x="482599" y="1393825"/>
            <a:ext cx="6898595"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17" name="Text Placeholder 7"/>
          <p:cNvSpPr>
            <a:spLocks noGrp="1"/>
          </p:cNvSpPr>
          <p:nvPr>
            <p:ph type="body" sz="quarter" idx="16"/>
          </p:nvPr>
        </p:nvSpPr>
        <p:spPr>
          <a:xfrm>
            <a:off x="467850" y="2153264"/>
            <a:ext cx="11271866" cy="3937819"/>
          </a:xfrm>
          <a:prstGeom prst="rect">
            <a:avLst/>
          </a:prstGeom>
        </p:spPr>
        <p:txBody>
          <a:bodyPr numCol="3"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7BC98FD2-9605-F541-B5B7-B89B065FDD76}"/>
              </a:ext>
            </a:extLst>
          </p:cNvPr>
          <p:cNvSpPr>
            <a:spLocks noGrp="1"/>
          </p:cNvSpPr>
          <p:nvPr>
            <p:ph type="sldNum" sz="quarter" idx="17"/>
          </p:nvPr>
        </p:nvSpPr>
        <p:spPr/>
        <p:txBody>
          <a:bodyPr/>
          <a:lstStyle>
            <a:lvl1pPr>
              <a:defRPr/>
            </a:lvl1pPr>
          </a:lstStyle>
          <a:p>
            <a:pPr>
              <a:defRPr/>
            </a:pPr>
            <a:fld id="{D8199C2E-A5B0-5343-BBBD-90F88C8E4B5A}" type="slidenum">
              <a:rPr lang="en-GB"/>
              <a:pPr>
                <a:defRPr/>
              </a:pPr>
              <a:t>‹#›</a:t>
            </a:fld>
            <a:endParaRPr lang="en-GB"/>
          </a:p>
        </p:txBody>
      </p:sp>
      <p:sp>
        <p:nvSpPr>
          <p:cNvPr id="6" name="Footer Placeholder 4">
            <a:extLst>
              <a:ext uri="{FF2B5EF4-FFF2-40B4-BE49-F238E27FC236}">
                <a16:creationId xmlns:a16="http://schemas.microsoft.com/office/drawing/2014/main" id="{D8C72FDB-A3E0-894A-86D3-76DE85B1D730}"/>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8376325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 full page orange">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9C43D456-ACFB-0248-B547-3E004F0F1C46}"/>
              </a:ext>
            </a:extLst>
          </p:cNvPr>
          <p:cNvSpPr/>
          <p:nvPr userDrawn="1"/>
        </p:nvSpPr>
        <p:spPr>
          <a:xfrm rot="16200000">
            <a:off x="3430927" y="-3430927"/>
            <a:ext cx="1814053" cy="8675907"/>
          </a:xfrm>
          <a:custGeom>
            <a:avLst/>
            <a:gdLst>
              <a:gd name="connsiteX0" fmla="*/ 1814053 w 1814053"/>
              <a:gd name="connsiteY0" fmla="*/ 0 h 8675907"/>
              <a:gd name="connsiteX1" fmla="*/ 1814053 w 1814053"/>
              <a:gd name="connsiteY1" fmla="*/ 6866792 h 8675907"/>
              <a:gd name="connsiteX2" fmla="*/ 1814053 w 1814053"/>
              <a:gd name="connsiteY2" fmla="*/ 8675686 h 8675907"/>
              <a:gd name="connsiteX3" fmla="*/ 1809684 w 1814053"/>
              <a:gd name="connsiteY3" fmla="*/ 8675907 h 8675907"/>
              <a:gd name="connsiteX4" fmla="*/ 9313 w 1814053"/>
              <a:gd name="connsiteY4" fmla="*/ 7051226 h 8675907"/>
              <a:gd name="connsiteX5" fmla="*/ 0 w 1814053"/>
              <a:gd name="connsiteY5" fmla="*/ 6866792 h 8675907"/>
              <a:gd name="connsiteX6" fmla="*/ 0 w 1814053"/>
              <a:gd name="connsiteY6" fmla="*/ 0 h 867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4053" h="8675907">
                <a:moveTo>
                  <a:pt x="1814053" y="0"/>
                </a:moveTo>
                <a:lnTo>
                  <a:pt x="1814053" y="6866792"/>
                </a:lnTo>
                <a:lnTo>
                  <a:pt x="1814053" y="8675686"/>
                </a:lnTo>
                <a:lnTo>
                  <a:pt x="1809684" y="8675907"/>
                </a:lnTo>
                <a:cubicBezTo>
                  <a:pt x="872673" y="8675907"/>
                  <a:pt x="101988" y="7963786"/>
                  <a:pt x="9313" y="7051226"/>
                </a:cubicBezTo>
                <a:lnTo>
                  <a:pt x="0" y="686679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Title 1"/>
          <p:cNvSpPr>
            <a:spLocks noGrp="1"/>
          </p:cNvSpPr>
          <p:nvPr>
            <p:ph type="title"/>
          </p:nvPr>
        </p:nvSpPr>
        <p:spPr>
          <a:xfrm>
            <a:off x="482598" y="457200"/>
            <a:ext cx="6898594" cy="772922"/>
          </a:xfrm>
          <a:prstGeom prst="rect">
            <a:avLst/>
          </a:prstGeom>
        </p:spPr>
        <p:txBody>
          <a:bodyPr/>
          <a:lstStyle>
            <a:lvl1pPr>
              <a:defRPr sz="3600" b="0">
                <a:solidFill>
                  <a:schemeClr val="bg1"/>
                </a:solidFill>
                <a:latin typeface="+mn-lt"/>
              </a:defRPr>
            </a:lvl1pPr>
          </a:lstStyle>
          <a:p>
            <a:r>
              <a:rPr lang="en-GB"/>
              <a:t>Click to edit Master title style</a:t>
            </a:r>
          </a:p>
        </p:txBody>
      </p:sp>
      <p:sp>
        <p:nvSpPr>
          <p:cNvPr id="16" name="Text Placeholder 7"/>
          <p:cNvSpPr>
            <a:spLocks noGrp="1"/>
          </p:cNvSpPr>
          <p:nvPr>
            <p:ph type="body" sz="quarter" idx="15"/>
          </p:nvPr>
        </p:nvSpPr>
        <p:spPr>
          <a:xfrm>
            <a:off x="482599" y="1393825"/>
            <a:ext cx="6898595" cy="420228"/>
          </a:xfrm>
          <a:prstGeom prst="rect">
            <a:avLst/>
          </a:prstGeom>
        </p:spPr>
        <p:txBody>
          <a:bodyPr numCol="1" spcCol="540000"/>
          <a:lstStyle>
            <a:lvl1pPr>
              <a:defRPr sz="2400">
                <a:solidFill>
                  <a:schemeClr val="bg1"/>
                </a:solidFill>
              </a:defRPr>
            </a:lvl1pPr>
            <a:lvl2pPr>
              <a:defRPr sz="1800"/>
            </a:lvl2pPr>
            <a:lvl3pPr>
              <a:defRPr sz="1800"/>
            </a:lvl3pPr>
            <a:lvl4pPr>
              <a:defRPr sz="1800"/>
            </a:lvl4pPr>
            <a:lvl5pPr>
              <a:defRPr sz="1800"/>
            </a:lvl5pPr>
          </a:lstStyle>
          <a:p>
            <a:pPr lvl="0"/>
            <a:r>
              <a:rPr lang="en-GB"/>
              <a:t>Click to edit Master text styles</a:t>
            </a:r>
          </a:p>
        </p:txBody>
      </p:sp>
      <p:sp>
        <p:nvSpPr>
          <p:cNvPr id="17" name="Text Placeholder 7"/>
          <p:cNvSpPr>
            <a:spLocks noGrp="1"/>
          </p:cNvSpPr>
          <p:nvPr>
            <p:ph type="body" sz="quarter" idx="16"/>
          </p:nvPr>
        </p:nvSpPr>
        <p:spPr>
          <a:xfrm>
            <a:off x="467850" y="2153264"/>
            <a:ext cx="11271866" cy="3937819"/>
          </a:xfrm>
          <a:prstGeom prst="rect">
            <a:avLst/>
          </a:prstGeom>
        </p:spPr>
        <p:txBody>
          <a:bodyPr numCol="1" spcCol="540000"/>
          <a:lstStyle>
            <a:lvl1pPr>
              <a:defRPr sz="1800" b="0"/>
            </a:lvl1pPr>
            <a:lvl2pPr>
              <a:defRPr sz="1800"/>
            </a:lvl2pPr>
            <a:lvl3pPr>
              <a:defRPr sz="1800"/>
            </a:lvl3pPr>
            <a:lvl4pPr>
              <a:defRPr sz="1800"/>
            </a:lvl4pPr>
            <a:lvl5pPr>
              <a:defRPr sz="1800"/>
            </a:lvl5pPr>
          </a:lstStyle>
          <a:p>
            <a:pPr lvl="0"/>
            <a:r>
              <a:rPr lang="en-GB"/>
              <a:t>Click to edit Master text styles</a:t>
            </a:r>
          </a:p>
        </p:txBody>
      </p:sp>
      <p:sp>
        <p:nvSpPr>
          <p:cNvPr id="5" name="Slide Number Placeholder 5">
            <a:extLst>
              <a:ext uri="{FF2B5EF4-FFF2-40B4-BE49-F238E27FC236}">
                <a16:creationId xmlns:a16="http://schemas.microsoft.com/office/drawing/2014/main" id="{DB516B6B-B0A5-7E4B-B6EE-BE5C1FC8C20E}"/>
              </a:ext>
            </a:extLst>
          </p:cNvPr>
          <p:cNvSpPr>
            <a:spLocks noGrp="1"/>
          </p:cNvSpPr>
          <p:nvPr>
            <p:ph type="sldNum" sz="quarter" idx="17"/>
          </p:nvPr>
        </p:nvSpPr>
        <p:spPr/>
        <p:txBody>
          <a:bodyPr/>
          <a:lstStyle>
            <a:lvl1pPr>
              <a:defRPr/>
            </a:lvl1pPr>
          </a:lstStyle>
          <a:p>
            <a:pPr>
              <a:defRPr/>
            </a:pPr>
            <a:fld id="{911357B6-3E37-E848-B6FC-95A0BBC15E6E}" type="slidenum">
              <a:rPr lang="en-GB"/>
              <a:pPr>
                <a:defRPr/>
              </a:pPr>
              <a:t>‹#›</a:t>
            </a:fld>
            <a:endParaRPr lang="en-GB"/>
          </a:p>
        </p:txBody>
      </p:sp>
      <p:sp>
        <p:nvSpPr>
          <p:cNvPr id="6" name="Footer Placeholder 4">
            <a:extLst>
              <a:ext uri="{FF2B5EF4-FFF2-40B4-BE49-F238E27FC236}">
                <a16:creationId xmlns:a16="http://schemas.microsoft.com/office/drawing/2014/main" id="{AA737CCF-84F4-EC4C-A154-180537A797EB}"/>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3586946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 3 box style 1">
    <p:spTree>
      <p:nvGrpSpPr>
        <p:cNvPr id="1" name=""/>
        <p:cNvGrpSpPr/>
        <p:nvPr/>
      </p:nvGrpSpPr>
      <p:grpSpPr>
        <a:xfrm>
          <a:off x="0" y="0"/>
          <a:ext cx="0" cy="0"/>
          <a:chOff x="0" y="0"/>
          <a:chExt cx="0" cy="0"/>
        </a:xfrm>
      </p:grpSpPr>
      <p:sp>
        <p:nvSpPr>
          <p:cNvPr id="10" name="Text Placeholder 7"/>
          <p:cNvSpPr>
            <a:spLocks noGrp="1"/>
          </p:cNvSpPr>
          <p:nvPr>
            <p:ph type="body" sz="quarter" idx="15"/>
          </p:nvPr>
        </p:nvSpPr>
        <p:spPr>
          <a:xfrm>
            <a:off x="6597851" y="2145890"/>
            <a:ext cx="2879725" cy="3831214"/>
          </a:xfrm>
          <a:prstGeom prst="rect">
            <a:avLst/>
          </a:prstGeo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7"/>
          <p:cNvSpPr>
            <a:spLocks noGrp="1"/>
          </p:cNvSpPr>
          <p:nvPr>
            <p:ph type="body" sz="quarter" idx="14"/>
          </p:nvPr>
        </p:nvSpPr>
        <p:spPr>
          <a:xfrm>
            <a:off x="3530801" y="2145890"/>
            <a:ext cx="2879725" cy="3831214"/>
          </a:xfrm>
          <a:prstGeom prst="rect">
            <a:avLst/>
          </a:prstGeo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3"/>
          </p:nvPr>
        </p:nvSpPr>
        <p:spPr>
          <a:xfrm>
            <a:off x="463751" y="2145890"/>
            <a:ext cx="2879725" cy="3831214"/>
          </a:xfrm>
          <a:prstGeom prst="rect">
            <a:avLst/>
          </a:prstGeo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4" name="Text Placeholder 7"/>
          <p:cNvSpPr>
            <a:spLocks noGrp="1"/>
          </p:cNvSpPr>
          <p:nvPr>
            <p:ph type="body" sz="quarter" idx="16"/>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7" name="Slide Number Placeholder 5">
            <a:extLst>
              <a:ext uri="{FF2B5EF4-FFF2-40B4-BE49-F238E27FC236}">
                <a16:creationId xmlns:a16="http://schemas.microsoft.com/office/drawing/2014/main" id="{EC070DBC-D132-544E-814D-57E09D8A7046}"/>
              </a:ext>
            </a:extLst>
          </p:cNvPr>
          <p:cNvSpPr>
            <a:spLocks noGrp="1"/>
          </p:cNvSpPr>
          <p:nvPr>
            <p:ph type="sldNum" sz="quarter" idx="17"/>
          </p:nvPr>
        </p:nvSpPr>
        <p:spPr/>
        <p:txBody>
          <a:bodyPr/>
          <a:lstStyle>
            <a:lvl1pPr>
              <a:defRPr/>
            </a:lvl1pPr>
          </a:lstStyle>
          <a:p>
            <a:pPr>
              <a:defRPr/>
            </a:pPr>
            <a:fld id="{7CA1376D-353D-204C-B3C0-EDAAD0C1FF59}" type="slidenum">
              <a:rPr lang="en-GB"/>
              <a:pPr>
                <a:defRPr/>
              </a:pPr>
              <a:t>‹#›</a:t>
            </a:fld>
            <a:endParaRPr lang="en-GB"/>
          </a:p>
        </p:txBody>
      </p:sp>
      <p:sp>
        <p:nvSpPr>
          <p:cNvPr id="11" name="Footer Placeholder 4">
            <a:extLst>
              <a:ext uri="{FF2B5EF4-FFF2-40B4-BE49-F238E27FC236}">
                <a16:creationId xmlns:a16="http://schemas.microsoft.com/office/drawing/2014/main" id="{6A8EDBCD-8F54-9042-862C-592F9CBEF009}"/>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9286924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 3 box style orange">
    <p:spTree>
      <p:nvGrpSpPr>
        <p:cNvPr id="1" name=""/>
        <p:cNvGrpSpPr/>
        <p:nvPr/>
      </p:nvGrpSpPr>
      <p:grpSpPr>
        <a:xfrm>
          <a:off x="0" y="0"/>
          <a:ext cx="0" cy="0"/>
          <a:chOff x="0" y="0"/>
          <a:chExt cx="0" cy="0"/>
        </a:xfrm>
      </p:grpSpPr>
      <p:sp>
        <p:nvSpPr>
          <p:cNvPr id="12" name="Text Placeholder 7"/>
          <p:cNvSpPr>
            <a:spLocks noGrp="1"/>
          </p:cNvSpPr>
          <p:nvPr>
            <p:ph type="body" sz="quarter" idx="15"/>
          </p:nvPr>
        </p:nvSpPr>
        <p:spPr>
          <a:xfrm>
            <a:off x="7025063" y="2138515"/>
            <a:ext cx="2865120" cy="3816464"/>
          </a:xfrm>
          <a:prstGeom prst="roundRect">
            <a:avLst>
              <a:gd name="adj" fmla="val 4645"/>
            </a:avLst>
          </a:prstGeom>
          <a:ln w="19050">
            <a:solidFill>
              <a:schemeClr val="accent3"/>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7"/>
          <p:cNvSpPr>
            <a:spLocks noGrp="1"/>
          </p:cNvSpPr>
          <p:nvPr>
            <p:ph type="body" sz="quarter" idx="14"/>
          </p:nvPr>
        </p:nvSpPr>
        <p:spPr>
          <a:xfrm>
            <a:off x="3733223" y="2138516"/>
            <a:ext cx="2865120" cy="3816464"/>
          </a:xfrm>
          <a:prstGeom prst="roundRect">
            <a:avLst>
              <a:gd name="adj" fmla="val 4645"/>
            </a:avLst>
          </a:prstGeom>
          <a:ln w="19050">
            <a:solidFill>
              <a:schemeClr val="accent3"/>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3"/>
          </p:nvPr>
        </p:nvSpPr>
        <p:spPr>
          <a:xfrm>
            <a:off x="449003" y="2138517"/>
            <a:ext cx="2865120" cy="3816464"/>
          </a:xfrm>
          <a:prstGeom prst="roundRect">
            <a:avLst>
              <a:gd name="adj" fmla="val 4645"/>
            </a:avLst>
          </a:prstGeom>
          <a:ln w="19050">
            <a:solidFill>
              <a:schemeClr val="accent3"/>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4" name="Text Placeholder 7"/>
          <p:cNvSpPr>
            <a:spLocks noGrp="1"/>
          </p:cNvSpPr>
          <p:nvPr>
            <p:ph type="body" sz="quarter" idx="16"/>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7" name="Slide Number Placeholder 5">
            <a:extLst>
              <a:ext uri="{FF2B5EF4-FFF2-40B4-BE49-F238E27FC236}">
                <a16:creationId xmlns:a16="http://schemas.microsoft.com/office/drawing/2014/main" id="{804DFCE5-8E5B-0D47-9FFA-21B8E906B660}"/>
              </a:ext>
            </a:extLst>
          </p:cNvPr>
          <p:cNvSpPr>
            <a:spLocks noGrp="1"/>
          </p:cNvSpPr>
          <p:nvPr>
            <p:ph type="sldNum" sz="quarter" idx="17"/>
          </p:nvPr>
        </p:nvSpPr>
        <p:spPr/>
        <p:txBody>
          <a:bodyPr/>
          <a:lstStyle>
            <a:lvl1pPr>
              <a:defRPr/>
            </a:lvl1pPr>
          </a:lstStyle>
          <a:p>
            <a:pPr>
              <a:defRPr/>
            </a:pPr>
            <a:fld id="{69ECA5AB-AD01-3C48-B635-90A35F40B1E7}" type="slidenum">
              <a:rPr lang="en-GB"/>
              <a:pPr>
                <a:defRPr/>
              </a:pPr>
              <a:t>‹#›</a:t>
            </a:fld>
            <a:endParaRPr lang="en-GB"/>
          </a:p>
        </p:txBody>
      </p:sp>
      <p:sp>
        <p:nvSpPr>
          <p:cNvPr id="9" name="Footer Placeholder 4">
            <a:extLst>
              <a:ext uri="{FF2B5EF4-FFF2-40B4-BE49-F238E27FC236}">
                <a16:creationId xmlns:a16="http://schemas.microsoft.com/office/drawing/2014/main" id="{1E2DAC39-2516-6B4C-9EF0-4B87522CA823}"/>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41145236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Content - 3 box style teal">
    <p:spTree>
      <p:nvGrpSpPr>
        <p:cNvPr id="1" name=""/>
        <p:cNvGrpSpPr/>
        <p:nvPr/>
      </p:nvGrpSpPr>
      <p:grpSpPr>
        <a:xfrm>
          <a:off x="0" y="0"/>
          <a:ext cx="0" cy="0"/>
          <a:chOff x="0" y="0"/>
          <a:chExt cx="0" cy="0"/>
        </a:xfrm>
      </p:grpSpPr>
      <p:sp>
        <p:nvSpPr>
          <p:cNvPr id="12" name="Text Placeholder 7"/>
          <p:cNvSpPr>
            <a:spLocks noGrp="1"/>
          </p:cNvSpPr>
          <p:nvPr>
            <p:ph type="body" sz="quarter" idx="15"/>
          </p:nvPr>
        </p:nvSpPr>
        <p:spPr>
          <a:xfrm>
            <a:off x="7025063" y="2138515"/>
            <a:ext cx="2865120" cy="3816464"/>
          </a:xfrm>
          <a:prstGeom prst="roundRect">
            <a:avLst>
              <a:gd name="adj" fmla="val 4645"/>
            </a:avLst>
          </a:prstGeom>
          <a:ln w="19050">
            <a:solidFill>
              <a:srgbClr val="10A99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7"/>
          <p:cNvSpPr>
            <a:spLocks noGrp="1"/>
          </p:cNvSpPr>
          <p:nvPr>
            <p:ph type="body" sz="quarter" idx="14"/>
          </p:nvPr>
        </p:nvSpPr>
        <p:spPr>
          <a:xfrm>
            <a:off x="3733223" y="2138516"/>
            <a:ext cx="2865120" cy="3816464"/>
          </a:xfrm>
          <a:prstGeom prst="roundRect">
            <a:avLst>
              <a:gd name="adj" fmla="val 4645"/>
            </a:avLst>
          </a:prstGeom>
          <a:ln w="19050">
            <a:solidFill>
              <a:srgbClr val="10A99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3"/>
          </p:nvPr>
        </p:nvSpPr>
        <p:spPr>
          <a:xfrm>
            <a:off x="449003" y="2138517"/>
            <a:ext cx="2865120" cy="3816464"/>
          </a:xfrm>
          <a:prstGeom prst="roundRect">
            <a:avLst>
              <a:gd name="adj" fmla="val 4645"/>
            </a:avLst>
          </a:prstGeom>
          <a:ln w="19050">
            <a:solidFill>
              <a:srgbClr val="10A99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4" name="Text Placeholder 7"/>
          <p:cNvSpPr>
            <a:spLocks noGrp="1"/>
          </p:cNvSpPr>
          <p:nvPr>
            <p:ph type="body" sz="quarter" idx="16"/>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7" name="Slide Number Placeholder 5">
            <a:extLst>
              <a:ext uri="{FF2B5EF4-FFF2-40B4-BE49-F238E27FC236}">
                <a16:creationId xmlns:a16="http://schemas.microsoft.com/office/drawing/2014/main" id="{FA05AB8D-5ACF-6941-965C-04990102232E}"/>
              </a:ext>
            </a:extLst>
          </p:cNvPr>
          <p:cNvSpPr>
            <a:spLocks noGrp="1"/>
          </p:cNvSpPr>
          <p:nvPr>
            <p:ph type="sldNum" sz="quarter" idx="17"/>
          </p:nvPr>
        </p:nvSpPr>
        <p:spPr/>
        <p:txBody>
          <a:bodyPr/>
          <a:lstStyle>
            <a:lvl1pPr>
              <a:defRPr/>
            </a:lvl1pPr>
          </a:lstStyle>
          <a:p>
            <a:pPr>
              <a:defRPr/>
            </a:pPr>
            <a:fld id="{1F592902-667D-AE47-9B1A-27EE3B4F4C0F}" type="slidenum">
              <a:rPr lang="en-GB"/>
              <a:pPr>
                <a:defRPr/>
              </a:pPr>
              <a:t>‹#›</a:t>
            </a:fld>
            <a:endParaRPr lang="en-GB"/>
          </a:p>
        </p:txBody>
      </p:sp>
      <p:sp>
        <p:nvSpPr>
          <p:cNvPr id="9" name="Footer Placeholder 4">
            <a:extLst>
              <a:ext uri="{FF2B5EF4-FFF2-40B4-BE49-F238E27FC236}">
                <a16:creationId xmlns:a16="http://schemas.microsoft.com/office/drawing/2014/main" id="{9775AEB9-A585-5743-ACBE-8915FC0FA684}"/>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0291613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 2 box style orange">
    <p:spTree>
      <p:nvGrpSpPr>
        <p:cNvPr id="1" name=""/>
        <p:cNvGrpSpPr/>
        <p:nvPr/>
      </p:nvGrpSpPr>
      <p:grpSpPr>
        <a:xfrm>
          <a:off x="0" y="0"/>
          <a:ext cx="0" cy="0"/>
          <a:chOff x="0" y="0"/>
          <a:chExt cx="0" cy="0"/>
        </a:xfrm>
      </p:grpSpPr>
      <p:sp>
        <p:nvSpPr>
          <p:cNvPr id="11" name="Text Placeholder 7"/>
          <p:cNvSpPr>
            <a:spLocks noGrp="1"/>
          </p:cNvSpPr>
          <p:nvPr>
            <p:ph type="body" sz="quarter" idx="14"/>
          </p:nvPr>
        </p:nvSpPr>
        <p:spPr>
          <a:xfrm>
            <a:off x="5562667" y="2122171"/>
            <a:ext cx="4658232" cy="3832810"/>
          </a:xfrm>
          <a:prstGeom prst="roundRect">
            <a:avLst>
              <a:gd name="adj" fmla="val 4645"/>
            </a:avLst>
          </a:prstGeom>
          <a:ln w="19050">
            <a:solidFill>
              <a:schemeClr val="accent3"/>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3"/>
          </p:nvPr>
        </p:nvSpPr>
        <p:spPr>
          <a:xfrm>
            <a:off x="453102" y="2122171"/>
            <a:ext cx="4650105" cy="3832810"/>
          </a:xfrm>
          <a:prstGeom prst="roundRect">
            <a:avLst>
              <a:gd name="adj" fmla="val 4645"/>
            </a:avLst>
          </a:prstGeom>
          <a:ln w="19050">
            <a:solidFill>
              <a:schemeClr val="accent3"/>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3" name="Text Placeholder 7"/>
          <p:cNvSpPr>
            <a:spLocks noGrp="1"/>
          </p:cNvSpPr>
          <p:nvPr>
            <p:ph type="body" sz="quarter" idx="16"/>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6" name="Slide Number Placeholder 5">
            <a:extLst>
              <a:ext uri="{FF2B5EF4-FFF2-40B4-BE49-F238E27FC236}">
                <a16:creationId xmlns:a16="http://schemas.microsoft.com/office/drawing/2014/main" id="{DD4EBCC6-01B3-F44A-8359-B054CDBC1503}"/>
              </a:ext>
            </a:extLst>
          </p:cNvPr>
          <p:cNvSpPr>
            <a:spLocks noGrp="1"/>
          </p:cNvSpPr>
          <p:nvPr>
            <p:ph type="sldNum" sz="quarter" idx="17"/>
          </p:nvPr>
        </p:nvSpPr>
        <p:spPr/>
        <p:txBody>
          <a:bodyPr/>
          <a:lstStyle>
            <a:lvl1pPr>
              <a:defRPr/>
            </a:lvl1pPr>
          </a:lstStyle>
          <a:p>
            <a:pPr>
              <a:defRPr/>
            </a:pPr>
            <a:fld id="{DC5A9A32-14A3-1E44-BF7D-1B85F5A2D1D6}" type="slidenum">
              <a:rPr lang="en-GB"/>
              <a:pPr>
                <a:defRPr/>
              </a:pPr>
              <a:t>‹#›</a:t>
            </a:fld>
            <a:endParaRPr lang="en-GB"/>
          </a:p>
        </p:txBody>
      </p:sp>
      <p:sp>
        <p:nvSpPr>
          <p:cNvPr id="7" name="Footer Placeholder 4">
            <a:extLst>
              <a:ext uri="{FF2B5EF4-FFF2-40B4-BE49-F238E27FC236}">
                <a16:creationId xmlns:a16="http://schemas.microsoft.com/office/drawing/2014/main" id="{2B5EB66F-6AA0-AD4E-993F-08B05D0AD1E3}"/>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0669294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ontent - 2 box style teal">
    <p:spTree>
      <p:nvGrpSpPr>
        <p:cNvPr id="1" name=""/>
        <p:cNvGrpSpPr/>
        <p:nvPr/>
      </p:nvGrpSpPr>
      <p:grpSpPr>
        <a:xfrm>
          <a:off x="0" y="0"/>
          <a:ext cx="0" cy="0"/>
          <a:chOff x="0" y="0"/>
          <a:chExt cx="0" cy="0"/>
        </a:xfrm>
      </p:grpSpPr>
      <p:sp>
        <p:nvSpPr>
          <p:cNvPr id="11" name="Text Placeholder 7"/>
          <p:cNvSpPr>
            <a:spLocks noGrp="1"/>
          </p:cNvSpPr>
          <p:nvPr>
            <p:ph type="body" sz="quarter" idx="14"/>
          </p:nvPr>
        </p:nvSpPr>
        <p:spPr>
          <a:xfrm>
            <a:off x="5562667" y="2122171"/>
            <a:ext cx="4658232" cy="3832810"/>
          </a:xfrm>
          <a:prstGeom prst="roundRect">
            <a:avLst>
              <a:gd name="adj" fmla="val 4645"/>
            </a:avLst>
          </a:prstGeom>
          <a:ln w="19050">
            <a:solidFill>
              <a:srgbClr val="10A99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3"/>
          </p:nvPr>
        </p:nvSpPr>
        <p:spPr>
          <a:xfrm>
            <a:off x="453102" y="2122171"/>
            <a:ext cx="4650105" cy="3832810"/>
          </a:xfrm>
          <a:prstGeom prst="roundRect">
            <a:avLst>
              <a:gd name="adj" fmla="val 4645"/>
            </a:avLst>
          </a:prstGeom>
          <a:ln w="19050">
            <a:solidFill>
              <a:srgbClr val="10A99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13" name="Text Placeholder 7"/>
          <p:cNvSpPr>
            <a:spLocks noGrp="1"/>
          </p:cNvSpPr>
          <p:nvPr>
            <p:ph type="body" sz="quarter" idx="16"/>
          </p:nvPr>
        </p:nvSpPr>
        <p:spPr>
          <a:xfrm>
            <a:off x="482599" y="1393825"/>
            <a:ext cx="6898595" cy="420228"/>
          </a:xfrm>
          <a:prstGeom prst="rect">
            <a:avLst/>
          </a:prstGeom>
        </p:spPr>
        <p:txBody>
          <a:bodyPr numCol="1" spcCol="540000"/>
          <a:lstStyle>
            <a:lvl1pPr>
              <a:defRPr sz="2400"/>
            </a:lvl1pPr>
            <a:lvl2pPr>
              <a:defRPr sz="1800"/>
            </a:lvl2pPr>
            <a:lvl3pPr>
              <a:defRPr sz="1800"/>
            </a:lvl3pPr>
            <a:lvl4pPr>
              <a:defRPr sz="1800"/>
            </a:lvl4pPr>
            <a:lvl5pPr>
              <a:defRPr sz="1800"/>
            </a:lvl5pPr>
          </a:lstStyle>
          <a:p>
            <a:pPr lvl="0"/>
            <a:r>
              <a:rPr lang="en-GB"/>
              <a:t>Click to edit Master text styles</a:t>
            </a:r>
          </a:p>
        </p:txBody>
      </p:sp>
      <p:sp>
        <p:nvSpPr>
          <p:cNvPr id="6" name="Slide Number Placeholder 5">
            <a:extLst>
              <a:ext uri="{FF2B5EF4-FFF2-40B4-BE49-F238E27FC236}">
                <a16:creationId xmlns:a16="http://schemas.microsoft.com/office/drawing/2014/main" id="{CE131C76-BC90-994D-A42E-9F0AC47762A3}"/>
              </a:ext>
            </a:extLst>
          </p:cNvPr>
          <p:cNvSpPr>
            <a:spLocks noGrp="1"/>
          </p:cNvSpPr>
          <p:nvPr>
            <p:ph type="sldNum" sz="quarter" idx="17"/>
          </p:nvPr>
        </p:nvSpPr>
        <p:spPr/>
        <p:txBody>
          <a:bodyPr/>
          <a:lstStyle>
            <a:lvl1pPr>
              <a:defRPr/>
            </a:lvl1pPr>
          </a:lstStyle>
          <a:p>
            <a:pPr>
              <a:defRPr/>
            </a:pPr>
            <a:fld id="{E8DDC72E-FD69-E943-B138-629213417DCE}" type="slidenum">
              <a:rPr lang="en-GB"/>
              <a:pPr>
                <a:defRPr/>
              </a:pPr>
              <a:t>‹#›</a:t>
            </a:fld>
            <a:endParaRPr lang="en-GB"/>
          </a:p>
        </p:txBody>
      </p:sp>
      <p:sp>
        <p:nvSpPr>
          <p:cNvPr id="7" name="Footer Placeholder 4">
            <a:extLst>
              <a:ext uri="{FF2B5EF4-FFF2-40B4-BE49-F238E27FC236}">
                <a16:creationId xmlns:a16="http://schemas.microsoft.com/office/drawing/2014/main" id="{41E9829C-FD64-0948-BD7C-6144F2B84D85}"/>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7392612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4" name="Table Placeholder 3"/>
          <p:cNvSpPr>
            <a:spLocks noGrp="1"/>
          </p:cNvSpPr>
          <p:nvPr>
            <p:ph type="tbl" sz="quarter" idx="13"/>
          </p:nvPr>
        </p:nvSpPr>
        <p:spPr>
          <a:xfrm>
            <a:off x="482598" y="1644650"/>
            <a:ext cx="10083800" cy="3568700"/>
          </a:xfrm>
          <a:prstGeom prst="rect">
            <a:avLst/>
          </a:prstGeom>
        </p:spPr>
        <p:txBody>
          <a:bodyPr/>
          <a:lstStyle>
            <a:lvl1pPr>
              <a:defRPr sz="1400">
                <a:solidFill>
                  <a:schemeClr val="tx1"/>
                </a:solidFill>
              </a:defRPr>
            </a:lvl1pPr>
          </a:lstStyle>
          <a:p>
            <a:pPr lvl="0"/>
            <a:r>
              <a:rPr lang="en-GB" noProof="0"/>
              <a:t>Click icon to add table</a:t>
            </a:r>
          </a:p>
        </p:txBody>
      </p:sp>
      <p:sp>
        <p:nvSpPr>
          <p:cNvPr id="14"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5" name="Slide Number Placeholder 5">
            <a:extLst>
              <a:ext uri="{FF2B5EF4-FFF2-40B4-BE49-F238E27FC236}">
                <a16:creationId xmlns:a16="http://schemas.microsoft.com/office/drawing/2014/main" id="{631A9CB2-101F-4C49-8BF2-537DA67D4FE9}"/>
              </a:ext>
            </a:extLst>
          </p:cNvPr>
          <p:cNvSpPr>
            <a:spLocks noGrp="1"/>
          </p:cNvSpPr>
          <p:nvPr>
            <p:ph type="sldNum" sz="quarter" idx="14"/>
          </p:nvPr>
        </p:nvSpPr>
        <p:spPr/>
        <p:txBody>
          <a:bodyPr/>
          <a:lstStyle>
            <a:lvl1pPr>
              <a:defRPr/>
            </a:lvl1pPr>
          </a:lstStyle>
          <a:p>
            <a:pPr>
              <a:defRPr/>
            </a:pPr>
            <a:fld id="{31D528F5-9FB4-A147-89FC-4812830F4269}" type="slidenum">
              <a:rPr lang="en-GB"/>
              <a:pPr>
                <a:defRPr/>
              </a:pPr>
              <a:t>‹#›</a:t>
            </a:fld>
            <a:endParaRPr lang="en-GB"/>
          </a:p>
        </p:txBody>
      </p:sp>
      <p:sp>
        <p:nvSpPr>
          <p:cNvPr id="6" name="Footer Placeholder 4">
            <a:extLst>
              <a:ext uri="{FF2B5EF4-FFF2-40B4-BE49-F238E27FC236}">
                <a16:creationId xmlns:a16="http://schemas.microsoft.com/office/drawing/2014/main" id="{49183457-F4D1-E74F-A05B-F708EAF2810A}"/>
              </a:ext>
            </a:extLst>
          </p:cNvPr>
          <p:cNvSpPr>
            <a:spLocks noGrp="1"/>
          </p:cNvSpPr>
          <p:nvPr>
            <p:ph type="ftr" sz="quarter" idx="15"/>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113627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 Chart">
    <p:spTree>
      <p:nvGrpSpPr>
        <p:cNvPr id="1" name=""/>
        <p:cNvGrpSpPr/>
        <p:nvPr/>
      </p:nvGrpSpPr>
      <p:grpSpPr>
        <a:xfrm>
          <a:off x="0" y="0"/>
          <a:ext cx="0" cy="0"/>
          <a:chOff x="0" y="0"/>
          <a:chExt cx="0" cy="0"/>
        </a:xfrm>
      </p:grpSpPr>
      <p:sp>
        <p:nvSpPr>
          <p:cNvPr id="8" name="Chart Placeholder 5"/>
          <p:cNvSpPr>
            <a:spLocks noGrp="1"/>
          </p:cNvSpPr>
          <p:nvPr>
            <p:ph type="chart" sz="quarter" idx="14"/>
          </p:nvPr>
        </p:nvSpPr>
        <p:spPr>
          <a:xfrm>
            <a:off x="482598" y="1649368"/>
            <a:ext cx="10083801" cy="4197542"/>
          </a:xfrm>
          <a:prstGeom prst="rect">
            <a:avLst/>
          </a:prstGeom>
        </p:spPr>
        <p:txBody>
          <a:bodyPr/>
          <a:lstStyle>
            <a:lvl1pPr>
              <a:defRPr sz="1400">
                <a:solidFill>
                  <a:schemeClr val="tx1"/>
                </a:solidFill>
              </a:defRPr>
            </a:lvl1pPr>
          </a:lstStyle>
          <a:p>
            <a:pPr lvl="0"/>
            <a:r>
              <a:rPr lang="en-GB" noProof="0"/>
              <a:t>Click icon to add chart</a:t>
            </a:r>
          </a:p>
        </p:txBody>
      </p:sp>
      <p:sp>
        <p:nvSpPr>
          <p:cNvPr id="13"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4" name="Slide Number Placeholder 5">
            <a:extLst>
              <a:ext uri="{FF2B5EF4-FFF2-40B4-BE49-F238E27FC236}">
                <a16:creationId xmlns:a16="http://schemas.microsoft.com/office/drawing/2014/main" id="{B59FC38C-3834-2144-B1AD-996DB47A7290}"/>
              </a:ext>
            </a:extLst>
          </p:cNvPr>
          <p:cNvSpPr>
            <a:spLocks noGrp="1"/>
          </p:cNvSpPr>
          <p:nvPr>
            <p:ph type="sldNum" sz="quarter" idx="15"/>
          </p:nvPr>
        </p:nvSpPr>
        <p:spPr/>
        <p:txBody>
          <a:bodyPr/>
          <a:lstStyle>
            <a:lvl1pPr>
              <a:defRPr/>
            </a:lvl1pPr>
          </a:lstStyle>
          <a:p>
            <a:pPr>
              <a:defRPr/>
            </a:pPr>
            <a:fld id="{1691FBD4-5BC1-F64C-AB03-031652FD2EAA}" type="slidenum">
              <a:rPr lang="en-GB"/>
              <a:pPr>
                <a:defRPr/>
              </a:pPr>
              <a:t>‹#›</a:t>
            </a:fld>
            <a:endParaRPr lang="en-GB"/>
          </a:p>
        </p:txBody>
      </p:sp>
      <p:sp>
        <p:nvSpPr>
          <p:cNvPr id="5" name="Footer Placeholder 4">
            <a:extLst>
              <a:ext uri="{FF2B5EF4-FFF2-40B4-BE49-F238E27FC236}">
                <a16:creationId xmlns:a16="http://schemas.microsoft.com/office/drawing/2014/main" id="{7061B2D5-ACE0-174F-80EA-D4A194522FD3}"/>
              </a:ext>
            </a:extLst>
          </p:cNvPr>
          <p:cNvSpPr>
            <a:spLocks noGrp="1"/>
          </p:cNvSpPr>
          <p:nvPr>
            <p:ph type="ftr" sz="quarter" idx="16"/>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2299474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 2 charts">
    <p:spTree>
      <p:nvGrpSpPr>
        <p:cNvPr id="1" name=""/>
        <p:cNvGrpSpPr/>
        <p:nvPr/>
      </p:nvGrpSpPr>
      <p:grpSpPr>
        <a:xfrm>
          <a:off x="0" y="0"/>
          <a:ext cx="0" cy="0"/>
          <a:chOff x="0" y="0"/>
          <a:chExt cx="0" cy="0"/>
        </a:xfrm>
      </p:grpSpPr>
      <p:sp>
        <p:nvSpPr>
          <p:cNvPr id="8" name="Chart Placeholder 5"/>
          <p:cNvSpPr>
            <a:spLocks noGrp="1"/>
          </p:cNvSpPr>
          <p:nvPr>
            <p:ph type="chart" sz="quarter" idx="15"/>
          </p:nvPr>
        </p:nvSpPr>
        <p:spPr>
          <a:xfrm>
            <a:off x="5861767" y="1647966"/>
            <a:ext cx="4650351" cy="4197542"/>
          </a:xfrm>
          <a:prstGeom prst="rect">
            <a:avLst/>
          </a:prstGeom>
        </p:spPr>
        <p:txBody>
          <a:bodyPr/>
          <a:lstStyle>
            <a:lvl1pPr>
              <a:defRPr sz="1400">
                <a:solidFill>
                  <a:schemeClr val="tx1"/>
                </a:solidFill>
              </a:defRPr>
            </a:lvl1pPr>
          </a:lstStyle>
          <a:p>
            <a:pPr lvl="0"/>
            <a:r>
              <a:rPr lang="en-GB" noProof="0"/>
              <a:t>Click icon to add chart</a:t>
            </a:r>
          </a:p>
        </p:txBody>
      </p:sp>
      <p:sp>
        <p:nvSpPr>
          <p:cNvPr id="6" name="Chart Placeholder 5"/>
          <p:cNvSpPr>
            <a:spLocks noGrp="1"/>
          </p:cNvSpPr>
          <p:nvPr>
            <p:ph type="chart" sz="quarter" idx="14"/>
          </p:nvPr>
        </p:nvSpPr>
        <p:spPr>
          <a:xfrm>
            <a:off x="482598" y="1647966"/>
            <a:ext cx="4650351" cy="4197542"/>
          </a:xfrm>
          <a:prstGeom prst="rect">
            <a:avLst/>
          </a:prstGeom>
        </p:spPr>
        <p:txBody>
          <a:bodyPr/>
          <a:lstStyle>
            <a:lvl1pPr>
              <a:defRPr sz="1400">
                <a:solidFill>
                  <a:schemeClr val="tx1"/>
                </a:solidFill>
              </a:defRPr>
            </a:lvl1pPr>
          </a:lstStyle>
          <a:p>
            <a:pPr lvl="0"/>
            <a:r>
              <a:rPr lang="en-GB" noProof="0"/>
              <a:t>Click icon to add chart</a:t>
            </a:r>
          </a:p>
        </p:txBody>
      </p:sp>
      <p:sp>
        <p:nvSpPr>
          <p:cNvPr id="14"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5" name="Slide Number Placeholder 5">
            <a:extLst>
              <a:ext uri="{FF2B5EF4-FFF2-40B4-BE49-F238E27FC236}">
                <a16:creationId xmlns:a16="http://schemas.microsoft.com/office/drawing/2014/main" id="{E2D85BE8-4B75-B540-8237-034E9EFDFC7E}"/>
              </a:ext>
            </a:extLst>
          </p:cNvPr>
          <p:cNvSpPr>
            <a:spLocks noGrp="1"/>
          </p:cNvSpPr>
          <p:nvPr>
            <p:ph type="sldNum" sz="quarter" idx="16"/>
          </p:nvPr>
        </p:nvSpPr>
        <p:spPr/>
        <p:txBody>
          <a:bodyPr/>
          <a:lstStyle>
            <a:lvl1pPr>
              <a:defRPr/>
            </a:lvl1pPr>
          </a:lstStyle>
          <a:p>
            <a:pPr>
              <a:defRPr/>
            </a:pPr>
            <a:fld id="{71AE2C0A-20EA-E540-B851-98D61A737746}" type="slidenum">
              <a:rPr lang="en-GB"/>
              <a:pPr>
                <a:defRPr/>
              </a:pPr>
              <a:t>‹#›</a:t>
            </a:fld>
            <a:endParaRPr lang="en-GB"/>
          </a:p>
        </p:txBody>
      </p:sp>
      <p:sp>
        <p:nvSpPr>
          <p:cNvPr id="7" name="Footer Placeholder 4">
            <a:extLst>
              <a:ext uri="{FF2B5EF4-FFF2-40B4-BE49-F238E27FC236}">
                <a16:creationId xmlns:a16="http://schemas.microsoft.com/office/drawing/2014/main" id="{DB63A488-F68F-0147-9382-F797ACFB2A52}"/>
              </a:ext>
            </a:extLst>
          </p:cNvPr>
          <p:cNvSpPr>
            <a:spLocks noGrp="1"/>
          </p:cNvSpPr>
          <p:nvPr>
            <p:ph type="ftr" sz="quarter" idx="17"/>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87783285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 Smart Art">
    <p:spTree>
      <p:nvGrpSpPr>
        <p:cNvPr id="1" name=""/>
        <p:cNvGrpSpPr/>
        <p:nvPr/>
      </p:nvGrpSpPr>
      <p:grpSpPr>
        <a:xfrm>
          <a:off x="0" y="0"/>
          <a:ext cx="0" cy="0"/>
          <a:chOff x="0" y="0"/>
          <a:chExt cx="0" cy="0"/>
        </a:xfrm>
      </p:grpSpPr>
      <p:sp>
        <p:nvSpPr>
          <p:cNvPr id="4" name="SmartArt Placeholder 3"/>
          <p:cNvSpPr>
            <a:spLocks noGrp="1"/>
          </p:cNvSpPr>
          <p:nvPr>
            <p:ph type="dgm" sz="quarter" idx="15"/>
          </p:nvPr>
        </p:nvSpPr>
        <p:spPr>
          <a:xfrm>
            <a:off x="482598" y="1647161"/>
            <a:ext cx="10083800" cy="4197351"/>
          </a:xfrm>
          <a:prstGeom prst="rect">
            <a:avLst/>
          </a:prstGeom>
        </p:spPr>
        <p:txBody>
          <a:bodyPr lIns="144000" tIns="108000"/>
          <a:lstStyle>
            <a:lvl1pPr>
              <a:defRPr sz="1400">
                <a:solidFill>
                  <a:schemeClr val="tx1"/>
                </a:solidFill>
              </a:defRPr>
            </a:lvl1pPr>
          </a:lstStyle>
          <a:p>
            <a:pPr lvl="0"/>
            <a:r>
              <a:rPr lang="en-GB" noProof="0"/>
              <a:t>Click icon to add SmartArt graphic</a:t>
            </a:r>
          </a:p>
        </p:txBody>
      </p:sp>
      <p:sp>
        <p:nvSpPr>
          <p:cNvPr id="13"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5" name="Slide Number Placeholder 5">
            <a:extLst>
              <a:ext uri="{FF2B5EF4-FFF2-40B4-BE49-F238E27FC236}">
                <a16:creationId xmlns:a16="http://schemas.microsoft.com/office/drawing/2014/main" id="{A86DC721-2A07-1640-BC7E-3049583C86A0}"/>
              </a:ext>
            </a:extLst>
          </p:cNvPr>
          <p:cNvSpPr>
            <a:spLocks noGrp="1"/>
          </p:cNvSpPr>
          <p:nvPr>
            <p:ph type="sldNum" sz="quarter" idx="16"/>
          </p:nvPr>
        </p:nvSpPr>
        <p:spPr/>
        <p:txBody>
          <a:bodyPr/>
          <a:lstStyle>
            <a:lvl1pPr>
              <a:defRPr/>
            </a:lvl1pPr>
          </a:lstStyle>
          <a:p>
            <a:pPr>
              <a:defRPr/>
            </a:pPr>
            <a:fld id="{E8788E6A-B39E-C94F-B449-FB24D4FB608B}" type="slidenum">
              <a:rPr lang="en-GB"/>
              <a:pPr>
                <a:defRPr/>
              </a:pPr>
              <a:t>‹#›</a:t>
            </a:fld>
            <a:endParaRPr lang="en-GB"/>
          </a:p>
        </p:txBody>
      </p:sp>
      <p:sp>
        <p:nvSpPr>
          <p:cNvPr id="6" name="Footer Placeholder 4">
            <a:extLst>
              <a:ext uri="{FF2B5EF4-FFF2-40B4-BE49-F238E27FC236}">
                <a16:creationId xmlns:a16="http://schemas.microsoft.com/office/drawing/2014/main" id="{11C700FF-C935-6A47-85BB-DCDF5BA5B9E0}"/>
              </a:ext>
            </a:extLst>
          </p:cNvPr>
          <p:cNvSpPr>
            <a:spLocks noGrp="1"/>
          </p:cNvSpPr>
          <p:nvPr>
            <p:ph type="ftr" sz="quarter" idx="17"/>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2347178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 Custom Graphics">
    <p:spTree>
      <p:nvGrpSpPr>
        <p:cNvPr id="1" name=""/>
        <p:cNvGrpSpPr/>
        <p:nvPr/>
      </p:nvGrpSpPr>
      <p:grpSpPr>
        <a:xfrm>
          <a:off x="0" y="0"/>
          <a:ext cx="0" cy="0"/>
          <a:chOff x="0" y="0"/>
          <a:chExt cx="0" cy="0"/>
        </a:xfrm>
      </p:grpSpPr>
      <p:sp>
        <p:nvSpPr>
          <p:cNvPr id="13" name="Text Placeholder 3"/>
          <p:cNvSpPr>
            <a:spLocks noGrp="1"/>
          </p:cNvSpPr>
          <p:nvPr>
            <p:ph type="body" sz="quarter" idx="16"/>
          </p:nvPr>
        </p:nvSpPr>
        <p:spPr>
          <a:xfrm>
            <a:off x="482598" y="5161419"/>
            <a:ext cx="3960000" cy="792000"/>
          </a:xfrm>
          <a:prstGeom prst="rect">
            <a:avLst/>
          </a:prstGeom>
          <a:no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tx1"/>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3"/>
          <p:cNvSpPr>
            <a:spLocks noGrp="1"/>
          </p:cNvSpPr>
          <p:nvPr>
            <p:ph type="body" sz="quarter" idx="15"/>
          </p:nvPr>
        </p:nvSpPr>
        <p:spPr>
          <a:xfrm>
            <a:off x="482598" y="4254508"/>
            <a:ext cx="3960000" cy="792000"/>
          </a:xfrm>
          <a:prstGeom prst="rect">
            <a:avLst/>
          </a:prstGeom>
          <a:solidFill>
            <a:schemeClr val="bg1"/>
          </a:solidFill>
          <a:ln w="25400">
            <a:noFill/>
          </a:ln>
        </p:spPr>
        <p:txBody>
          <a:bodyPr lIns="144000" tIns="144000" rIns="144000" bIns="14400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3"/>
          <p:cNvSpPr>
            <a:spLocks noGrp="1"/>
          </p:cNvSpPr>
          <p:nvPr>
            <p:ph type="body" sz="quarter" idx="14"/>
          </p:nvPr>
        </p:nvSpPr>
        <p:spPr>
          <a:xfrm>
            <a:off x="482598" y="3347597"/>
            <a:ext cx="3960000" cy="792000"/>
          </a:xfrm>
          <a:prstGeom prst="rect">
            <a:avLst/>
          </a:prstGeom>
          <a:solidFill>
            <a:schemeClr val="bg1"/>
          </a:solidFill>
          <a:ln w="25400">
            <a:solidFill>
              <a:schemeClr val="accent1"/>
            </a:solidFill>
          </a:ln>
        </p:spPr>
        <p:txBody>
          <a:bodyPr lIns="144000" tIns="144000" rIns="144000" bIns="144000" anchor="ctr" anchorCtr="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3"/>
          <p:cNvSpPr>
            <a:spLocks noGrp="1"/>
          </p:cNvSpPr>
          <p:nvPr>
            <p:ph type="body" sz="quarter" idx="13"/>
          </p:nvPr>
        </p:nvSpPr>
        <p:spPr>
          <a:xfrm>
            <a:off x="482598" y="2440686"/>
            <a:ext cx="3960000" cy="792000"/>
          </a:xfrm>
          <a:prstGeom prst="rect">
            <a:avLst/>
          </a:prstGeom>
          <a:solidFill>
            <a:schemeClr val="tx2"/>
          </a:solid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bg1"/>
                </a:solidFill>
              </a:defRPr>
            </a:lvl1pPr>
            <a:lvl2pPr>
              <a:spcBef>
                <a:spcPts val="0"/>
              </a:spcBef>
              <a:defRPr>
                <a:solidFill>
                  <a:schemeClr val="bg1"/>
                </a:solidFill>
              </a:defRPr>
            </a:lvl2pPr>
            <a:lvl3pPr>
              <a:spcBef>
                <a:spcPts val="0"/>
              </a:spcBef>
              <a:defRPr>
                <a:solidFill>
                  <a:schemeClr val="bg1"/>
                </a:solidFill>
              </a:defRPr>
            </a:lvl3pPr>
            <a:lvl4pPr>
              <a:spcBef>
                <a:spcPts val="0"/>
              </a:spcBef>
              <a:defRPr>
                <a:solidFill>
                  <a:schemeClr val="bg1"/>
                </a:solidFill>
              </a:defRPr>
            </a:lvl4pPr>
            <a:lvl5pPr>
              <a:spcBef>
                <a:spcPts val="0"/>
              </a:spcBef>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quarter" idx="12"/>
          </p:nvPr>
        </p:nvSpPr>
        <p:spPr>
          <a:xfrm>
            <a:off x="482598" y="1533775"/>
            <a:ext cx="3960000" cy="792000"/>
          </a:xfrm>
          <a:prstGeom prst="rect">
            <a:avLst/>
          </a:prstGeom>
          <a:solidFill>
            <a:schemeClr val="tx1"/>
          </a:solidFill>
        </p:spPr>
        <p:txBody>
          <a:bodyPr lIns="144000" tIns="144000" rIns="144000" bIns="144000"/>
          <a:lstStyle>
            <a:lvl1pPr>
              <a:spcBef>
                <a:spcPts val="0"/>
              </a:spcBef>
              <a:spcAft>
                <a:spcPts val="0"/>
              </a:spcAft>
              <a:defRPr sz="1800" b="1">
                <a:solidFill>
                  <a:schemeClr val="bg2"/>
                </a:solidFill>
              </a:defRPr>
            </a:lvl1pPr>
            <a:lvl2pPr>
              <a:spcBef>
                <a:spcPts val="0"/>
              </a:spcBef>
              <a:defRPr>
                <a:solidFill>
                  <a:schemeClr val="bg2"/>
                </a:solidFill>
              </a:defRPr>
            </a:lvl2pPr>
            <a:lvl3pPr>
              <a:spcBef>
                <a:spcPts val="0"/>
              </a:spcBef>
              <a:defRPr>
                <a:solidFill>
                  <a:schemeClr val="bg2"/>
                </a:solidFill>
              </a:defRPr>
            </a:lvl3pPr>
            <a:lvl4pPr>
              <a:spcBef>
                <a:spcPts val="0"/>
              </a:spcBef>
              <a:defRPr>
                <a:solidFill>
                  <a:schemeClr val="bg2"/>
                </a:solidFill>
              </a:defRPr>
            </a:lvl4pPr>
            <a:lvl5pPr>
              <a:spcBef>
                <a:spcPts val="0"/>
              </a:spcBef>
              <a:defRPr>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8" name="Slide Number Placeholder 5">
            <a:extLst>
              <a:ext uri="{FF2B5EF4-FFF2-40B4-BE49-F238E27FC236}">
                <a16:creationId xmlns:a16="http://schemas.microsoft.com/office/drawing/2014/main" id="{7B7C4FF8-E1CE-CF43-AE1B-4C8A4A885931}"/>
              </a:ext>
            </a:extLst>
          </p:cNvPr>
          <p:cNvSpPr>
            <a:spLocks noGrp="1"/>
          </p:cNvSpPr>
          <p:nvPr>
            <p:ph type="sldNum" sz="quarter" idx="17"/>
          </p:nvPr>
        </p:nvSpPr>
        <p:spPr/>
        <p:txBody>
          <a:bodyPr/>
          <a:lstStyle>
            <a:lvl1pPr>
              <a:defRPr/>
            </a:lvl1pPr>
          </a:lstStyle>
          <a:p>
            <a:pPr>
              <a:defRPr/>
            </a:pPr>
            <a:fld id="{6E741224-ACD1-EF46-A285-1E9D2EB60627}" type="slidenum">
              <a:rPr lang="en-GB"/>
              <a:pPr>
                <a:defRPr/>
              </a:pPr>
              <a:t>‹#›</a:t>
            </a:fld>
            <a:endParaRPr lang="en-GB"/>
          </a:p>
        </p:txBody>
      </p:sp>
      <p:sp>
        <p:nvSpPr>
          <p:cNvPr id="11" name="Footer Placeholder 4">
            <a:extLst>
              <a:ext uri="{FF2B5EF4-FFF2-40B4-BE49-F238E27FC236}">
                <a16:creationId xmlns:a16="http://schemas.microsoft.com/office/drawing/2014/main" id="{CC079E36-4076-0C47-8429-B4225CF7E901}"/>
              </a:ext>
            </a:extLst>
          </p:cNvPr>
          <p:cNvSpPr>
            <a:spLocks noGrp="1"/>
          </p:cNvSpPr>
          <p:nvPr>
            <p:ph type="ftr" sz="quarter" idx="18"/>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37016604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 Speech bubbles">
    <p:spTree>
      <p:nvGrpSpPr>
        <p:cNvPr id="1" name=""/>
        <p:cNvGrpSpPr/>
        <p:nvPr/>
      </p:nvGrpSpPr>
      <p:grpSpPr>
        <a:xfrm>
          <a:off x="0" y="0"/>
          <a:ext cx="0" cy="0"/>
          <a:chOff x="0" y="0"/>
          <a:chExt cx="0" cy="0"/>
        </a:xfrm>
      </p:grpSpPr>
      <p:sp>
        <p:nvSpPr>
          <p:cNvPr id="11" name="Text Placeholder 7"/>
          <p:cNvSpPr>
            <a:spLocks noGrp="1"/>
          </p:cNvSpPr>
          <p:nvPr>
            <p:ph type="body" sz="quarter" idx="14"/>
          </p:nvPr>
        </p:nvSpPr>
        <p:spPr>
          <a:xfrm>
            <a:off x="6256825" y="4164778"/>
            <a:ext cx="3379544" cy="1575908"/>
          </a:xfrm>
          <a:prstGeom prst="wedgeRoundRectCallout">
            <a:avLst>
              <a:gd name="adj1" fmla="val 37888"/>
              <a:gd name="adj2" fmla="val 65661"/>
              <a:gd name="adj3" fmla="val 16667"/>
            </a:avLst>
          </a:prstGeom>
          <a:solidFill>
            <a:schemeClr val="accent6"/>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7"/>
          <p:cNvSpPr>
            <a:spLocks noGrp="1"/>
          </p:cNvSpPr>
          <p:nvPr>
            <p:ph type="body" sz="quarter" idx="15"/>
          </p:nvPr>
        </p:nvSpPr>
        <p:spPr>
          <a:xfrm>
            <a:off x="2337968" y="3793252"/>
            <a:ext cx="3379544" cy="2100105"/>
          </a:xfrm>
          <a:prstGeom prst="wedgeRoundRectCallout">
            <a:avLst>
              <a:gd name="adj1" fmla="val 4736"/>
              <a:gd name="adj2" fmla="val 67336"/>
              <a:gd name="adj3" fmla="val 16667"/>
            </a:avLst>
          </a:prstGeom>
          <a:solidFill>
            <a:schemeClr val="tx1"/>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7"/>
          <p:cNvSpPr>
            <a:spLocks noGrp="1"/>
          </p:cNvSpPr>
          <p:nvPr>
            <p:ph type="body" sz="quarter" idx="13"/>
          </p:nvPr>
        </p:nvSpPr>
        <p:spPr>
          <a:xfrm>
            <a:off x="6256825" y="1448092"/>
            <a:ext cx="3379544" cy="2131936"/>
          </a:xfrm>
          <a:prstGeom prst="wedgeRoundRectCallout">
            <a:avLst>
              <a:gd name="adj1" fmla="val 3699"/>
              <a:gd name="adj2" fmla="val 63310"/>
              <a:gd name="adj3" fmla="val 16667"/>
            </a:avLst>
          </a:prstGeom>
          <a:solidFill>
            <a:srgbClr val="10A991"/>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p:cNvSpPr>
            <a:spLocks noGrp="1"/>
          </p:cNvSpPr>
          <p:nvPr>
            <p:ph type="body" sz="quarter" idx="12"/>
          </p:nvPr>
        </p:nvSpPr>
        <p:spPr>
          <a:xfrm>
            <a:off x="2337968" y="1594348"/>
            <a:ext cx="3379544" cy="1485472"/>
          </a:xfrm>
          <a:prstGeom prst="wedgeRoundRectCallout">
            <a:avLst>
              <a:gd name="adj1" fmla="val 40118"/>
              <a:gd name="adj2" fmla="val 73896"/>
              <a:gd name="adj3" fmla="val 16667"/>
            </a:avLst>
          </a:prstGeom>
          <a:solidFill>
            <a:schemeClr val="accent3"/>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Title 1"/>
          <p:cNvSpPr>
            <a:spLocks noGrp="1"/>
          </p:cNvSpPr>
          <p:nvPr>
            <p:ph type="title"/>
          </p:nvPr>
        </p:nvSpPr>
        <p:spPr>
          <a:xfrm>
            <a:off x="482598" y="457200"/>
            <a:ext cx="6898594" cy="772922"/>
          </a:xfrm>
          <a:prstGeom prst="rect">
            <a:avLst/>
          </a:prstGeom>
        </p:spPr>
        <p:txBody>
          <a:bodyPr/>
          <a:lstStyle>
            <a:lvl1pPr>
              <a:defRPr sz="3600" b="0">
                <a:solidFill>
                  <a:schemeClr val="tx1"/>
                </a:solidFill>
                <a:latin typeface="+mn-lt"/>
              </a:defRPr>
            </a:lvl1pPr>
          </a:lstStyle>
          <a:p>
            <a:r>
              <a:rPr lang="en-GB"/>
              <a:t>Click to edit Master title style</a:t>
            </a:r>
          </a:p>
        </p:txBody>
      </p:sp>
      <p:sp>
        <p:nvSpPr>
          <p:cNvPr id="7" name="Slide Number Placeholder 5">
            <a:extLst>
              <a:ext uri="{FF2B5EF4-FFF2-40B4-BE49-F238E27FC236}">
                <a16:creationId xmlns:a16="http://schemas.microsoft.com/office/drawing/2014/main" id="{E042110B-50E7-8B4C-9AE0-71A71E4B3694}"/>
              </a:ext>
            </a:extLst>
          </p:cNvPr>
          <p:cNvSpPr>
            <a:spLocks noGrp="1"/>
          </p:cNvSpPr>
          <p:nvPr>
            <p:ph type="sldNum" sz="quarter" idx="16"/>
          </p:nvPr>
        </p:nvSpPr>
        <p:spPr/>
        <p:txBody>
          <a:bodyPr/>
          <a:lstStyle>
            <a:lvl1pPr>
              <a:defRPr/>
            </a:lvl1pPr>
          </a:lstStyle>
          <a:p>
            <a:pPr>
              <a:defRPr/>
            </a:pPr>
            <a:fld id="{A98D14A1-8354-ED4F-9D35-44B6BE210533}" type="slidenum">
              <a:rPr lang="en-GB"/>
              <a:pPr>
                <a:defRPr/>
              </a:pPr>
              <a:t>‹#›</a:t>
            </a:fld>
            <a:endParaRPr lang="en-GB"/>
          </a:p>
        </p:txBody>
      </p:sp>
      <p:sp>
        <p:nvSpPr>
          <p:cNvPr id="9" name="Footer Placeholder 4">
            <a:extLst>
              <a:ext uri="{FF2B5EF4-FFF2-40B4-BE49-F238E27FC236}">
                <a16:creationId xmlns:a16="http://schemas.microsoft.com/office/drawing/2014/main" id="{B521B288-9479-9448-89D5-2D7151A7AACB}"/>
              </a:ext>
            </a:extLst>
          </p:cNvPr>
          <p:cNvSpPr>
            <a:spLocks noGrp="1"/>
          </p:cNvSpPr>
          <p:nvPr>
            <p:ph type="ftr" sz="quarter" idx="17"/>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6489263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 blank slid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582C549E-0C52-0A40-AD28-4CCAE2BE8B00}"/>
              </a:ext>
            </a:extLst>
          </p:cNvPr>
          <p:cNvSpPr>
            <a:spLocks noGrp="1"/>
          </p:cNvSpPr>
          <p:nvPr>
            <p:ph type="sldNum" sz="quarter" idx="10"/>
          </p:nvPr>
        </p:nvSpPr>
        <p:spPr/>
        <p:txBody>
          <a:bodyPr/>
          <a:lstStyle>
            <a:lvl1pPr>
              <a:defRPr/>
            </a:lvl1pPr>
          </a:lstStyle>
          <a:p>
            <a:pPr>
              <a:defRPr/>
            </a:pPr>
            <a:fld id="{7268707F-E4B2-A749-8AC3-81933B8F2DC7}" type="slidenum">
              <a:rPr lang="en-GB"/>
              <a:pPr>
                <a:defRPr/>
              </a:pPr>
              <a:t>‹#›</a:t>
            </a:fld>
            <a:endParaRPr lang="en-GB"/>
          </a:p>
        </p:txBody>
      </p:sp>
      <p:sp>
        <p:nvSpPr>
          <p:cNvPr id="3" name="Footer Placeholder 4">
            <a:extLst>
              <a:ext uri="{FF2B5EF4-FFF2-40B4-BE49-F238E27FC236}">
                <a16:creationId xmlns:a16="http://schemas.microsoft.com/office/drawing/2014/main" id="{D897F1AF-E0FE-C54B-BD06-9714A18BBC35}"/>
              </a:ext>
            </a:extLst>
          </p:cNvPr>
          <p:cNvSpPr>
            <a:spLocks noGrp="1"/>
          </p:cNvSpPr>
          <p:nvPr>
            <p:ph type="ftr" sz="quarter" idx="11"/>
          </p:nvPr>
        </p:nvSpPr>
        <p:spPr/>
        <p:txBody>
          <a:bodyPr/>
          <a:lstStyle>
            <a:lvl1pPr>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97148772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999"/>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1" indent="0" algn="ctr">
              <a:buNone/>
              <a:defRPr sz="2000"/>
            </a:lvl2pPr>
            <a:lvl3pPr marL="914361" indent="0" algn="ctr">
              <a:buNone/>
              <a:defRPr sz="1800"/>
            </a:lvl3pPr>
            <a:lvl4pPr marL="1371543" indent="0" algn="ctr">
              <a:buNone/>
              <a:defRPr sz="1600"/>
            </a:lvl4pPr>
            <a:lvl5pPr marL="1828724" indent="0" algn="ctr">
              <a:buNone/>
              <a:defRPr sz="1600"/>
            </a:lvl5pPr>
            <a:lvl6pPr marL="2285904" indent="0" algn="ctr">
              <a:buNone/>
              <a:defRPr sz="1600"/>
            </a:lvl6pPr>
            <a:lvl7pPr marL="2743085" indent="0" algn="ctr">
              <a:buNone/>
              <a:defRPr sz="1600"/>
            </a:lvl7pPr>
            <a:lvl8pPr marL="3200266" indent="0" algn="ctr">
              <a:buNone/>
              <a:defRPr sz="1600"/>
            </a:lvl8pPr>
            <a:lvl9pPr marL="3657447"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D82E8B-3BAA-41FD-8898-3744E03D4ED9}" type="datetimeFigureOut">
              <a:rPr lang="en-AU" smtClean="0"/>
              <a:t>29/4/2025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11060367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D82E8B-3BAA-41FD-8898-3744E03D4ED9}" type="datetimeFigureOut">
              <a:rPr lang="en-AU" smtClean="0"/>
              <a:t>29/4/2025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374346124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5999"/>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181" indent="0">
              <a:buNone/>
              <a:defRPr sz="2000">
                <a:solidFill>
                  <a:schemeClr val="tx1">
                    <a:tint val="75000"/>
                  </a:schemeClr>
                </a:solidFill>
              </a:defRPr>
            </a:lvl2pPr>
            <a:lvl3pPr marL="914361" indent="0">
              <a:buNone/>
              <a:defRPr sz="1800">
                <a:solidFill>
                  <a:schemeClr val="tx1">
                    <a:tint val="75000"/>
                  </a:schemeClr>
                </a:solidFill>
              </a:defRPr>
            </a:lvl3pPr>
            <a:lvl4pPr marL="1371543" indent="0">
              <a:buNone/>
              <a:defRPr sz="1600">
                <a:solidFill>
                  <a:schemeClr val="tx1">
                    <a:tint val="75000"/>
                  </a:schemeClr>
                </a:solidFill>
              </a:defRPr>
            </a:lvl4pPr>
            <a:lvl5pPr marL="1828724" indent="0">
              <a:buNone/>
              <a:defRPr sz="1600">
                <a:solidFill>
                  <a:schemeClr val="tx1">
                    <a:tint val="75000"/>
                  </a:schemeClr>
                </a:solidFill>
              </a:defRPr>
            </a:lvl5pPr>
            <a:lvl6pPr marL="2285904" indent="0">
              <a:buNone/>
              <a:defRPr sz="1600">
                <a:solidFill>
                  <a:schemeClr val="tx1">
                    <a:tint val="75000"/>
                  </a:schemeClr>
                </a:solidFill>
              </a:defRPr>
            </a:lvl6pPr>
            <a:lvl7pPr marL="2743085" indent="0">
              <a:buNone/>
              <a:defRPr sz="1600">
                <a:solidFill>
                  <a:schemeClr val="tx1">
                    <a:tint val="75000"/>
                  </a:schemeClr>
                </a:solidFill>
              </a:defRPr>
            </a:lvl7pPr>
            <a:lvl8pPr marL="3200266" indent="0">
              <a:buNone/>
              <a:defRPr sz="1600">
                <a:solidFill>
                  <a:schemeClr val="tx1">
                    <a:tint val="75000"/>
                  </a:schemeClr>
                </a:solidFill>
              </a:defRPr>
            </a:lvl8pPr>
            <a:lvl9pPr marL="3657447"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D82E8B-3BAA-41FD-8898-3744E03D4ED9}" type="datetimeFigureOut">
              <a:rPr lang="en-AU" smtClean="0"/>
              <a:t>29/4/2025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100186822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D82E8B-3BAA-41FD-8898-3744E03D4ED9}" type="datetimeFigureOut">
              <a:rPr lang="en-AU" smtClean="0"/>
              <a:t>29/4/2025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23272517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4"/>
            <a:ext cx="5157787" cy="823912"/>
          </a:xfrm>
        </p:spPr>
        <p:txBody>
          <a:bodyPr anchor="b"/>
          <a:lstStyle>
            <a:lvl1pPr marL="0" indent="0">
              <a:buNone/>
              <a:defRPr sz="2400" b="1"/>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4"/>
            <a:ext cx="5183188" cy="823912"/>
          </a:xfrm>
        </p:spPr>
        <p:txBody>
          <a:bodyPr anchor="b"/>
          <a:lstStyle>
            <a:lvl1pPr marL="0" indent="0">
              <a:buNone/>
              <a:defRPr sz="2400" b="1"/>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D82E8B-3BAA-41FD-8898-3744E03D4ED9}" type="datetimeFigureOut">
              <a:rPr lang="en-AU" smtClean="0"/>
              <a:t>29/4/2025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14793499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DD82E8B-3BAA-41FD-8898-3744E03D4ED9}" type="datetimeFigureOut">
              <a:rPr lang="en-AU" smtClean="0"/>
              <a:t>29/4/2025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127539832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D82E8B-3BAA-41FD-8898-3744E03D4ED9}" type="datetimeFigureOut">
              <a:rPr lang="en-AU" smtClean="0"/>
              <a:t>29/4/2025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176877423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81" indent="0">
              <a:buNone/>
              <a:defRPr sz="1400"/>
            </a:lvl2pPr>
            <a:lvl3pPr marL="914361" indent="0">
              <a:buNone/>
              <a:defRPr sz="1200"/>
            </a:lvl3pPr>
            <a:lvl4pPr marL="1371543" indent="0">
              <a:buNone/>
              <a:defRPr sz="1000"/>
            </a:lvl4pPr>
            <a:lvl5pPr marL="1828724" indent="0">
              <a:buNone/>
              <a:defRPr sz="1000"/>
            </a:lvl5pPr>
            <a:lvl6pPr marL="2285904" indent="0">
              <a:buNone/>
              <a:defRPr sz="1000"/>
            </a:lvl6pPr>
            <a:lvl7pPr marL="2743085" indent="0">
              <a:buNone/>
              <a:defRPr sz="1000"/>
            </a:lvl7pPr>
            <a:lvl8pPr marL="3200266" indent="0">
              <a:buNone/>
              <a:defRPr sz="1000"/>
            </a:lvl8pPr>
            <a:lvl9pPr marL="3657447"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D82E8B-3BAA-41FD-8898-3744E03D4ED9}" type="datetimeFigureOut">
              <a:rPr lang="en-AU" smtClean="0"/>
              <a:t>29/4/2025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338683929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1" indent="0">
              <a:buNone/>
              <a:defRPr sz="2800"/>
            </a:lvl2pPr>
            <a:lvl3pPr marL="914361" indent="0">
              <a:buNone/>
              <a:defRPr sz="2400"/>
            </a:lvl3pPr>
            <a:lvl4pPr marL="1371543" indent="0">
              <a:buNone/>
              <a:defRPr sz="2000"/>
            </a:lvl4pPr>
            <a:lvl5pPr marL="1828724" indent="0">
              <a:buNone/>
              <a:defRPr sz="2000"/>
            </a:lvl5pPr>
            <a:lvl6pPr marL="2285904" indent="0">
              <a:buNone/>
              <a:defRPr sz="2000"/>
            </a:lvl6pPr>
            <a:lvl7pPr marL="2743085" indent="0">
              <a:buNone/>
              <a:defRPr sz="2000"/>
            </a:lvl7pPr>
            <a:lvl8pPr marL="3200266" indent="0">
              <a:buNone/>
              <a:defRPr sz="2000"/>
            </a:lvl8pPr>
            <a:lvl9pPr marL="3657447" indent="0">
              <a:buNone/>
              <a:defRPr sz="2000"/>
            </a:lvl9pPr>
          </a:lstStyle>
          <a:p>
            <a:r>
              <a:rPr lang="en-US"/>
              <a:t>Click icon to add picture</a:t>
            </a:r>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81" indent="0">
              <a:buNone/>
              <a:defRPr sz="1400"/>
            </a:lvl2pPr>
            <a:lvl3pPr marL="914361" indent="0">
              <a:buNone/>
              <a:defRPr sz="1200"/>
            </a:lvl3pPr>
            <a:lvl4pPr marL="1371543" indent="0">
              <a:buNone/>
              <a:defRPr sz="1000"/>
            </a:lvl4pPr>
            <a:lvl5pPr marL="1828724" indent="0">
              <a:buNone/>
              <a:defRPr sz="1000"/>
            </a:lvl5pPr>
            <a:lvl6pPr marL="2285904" indent="0">
              <a:buNone/>
              <a:defRPr sz="1000"/>
            </a:lvl6pPr>
            <a:lvl7pPr marL="2743085" indent="0">
              <a:buNone/>
              <a:defRPr sz="1000"/>
            </a:lvl7pPr>
            <a:lvl8pPr marL="3200266" indent="0">
              <a:buNone/>
              <a:defRPr sz="1000"/>
            </a:lvl8pPr>
            <a:lvl9pPr marL="3657447"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D82E8B-3BAA-41FD-8898-3744E03D4ED9}" type="datetimeFigureOut">
              <a:rPr lang="en-AU" smtClean="0"/>
              <a:t>29/4/2025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286325293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D82E8B-3BAA-41FD-8898-3744E03D4ED9}" type="datetimeFigureOut">
              <a:rPr lang="en-AU" smtClean="0"/>
              <a:t>29/4/2025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189505159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D82E8B-3BAA-41FD-8898-3744E03D4ED9}" type="datetimeFigureOut">
              <a:rPr lang="en-AU" smtClean="0"/>
              <a:t>29/4/2025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523421-292E-4585-BC2A-AC319856F187}" type="slidenum">
              <a:rPr lang="en-AU" smtClean="0"/>
              <a:t>‹#›</a:t>
            </a:fld>
            <a:endParaRPr lang="en-AU"/>
          </a:p>
        </p:txBody>
      </p:sp>
    </p:spTree>
    <p:extLst>
      <p:ext uri="{BB962C8B-B14F-4D97-AF65-F5344CB8AC3E}">
        <p14:creationId xmlns:p14="http://schemas.microsoft.com/office/powerpoint/2010/main" val="1930374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image" Target="../media/image1.emf"/><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theme" Target="../theme/theme2.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3.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F5D1579-74F0-EC44-92EE-0D076603B1D1}"/>
              </a:ext>
            </a:extLst>
          </p:cNvPr>
          <p:cNvSpPr>
            <a:spLocks noGrp="1"/>
          </p:cNvSpPr>
          <p:nvPr>
            <p:ph type="sldNum" sz="quarter" idx="4"/>
          </p:nvPr>
        </p:nvSpPr>
        <p:spPr>
          <a:xfrm>
            <a:off x="242888" y="6265863"/>
            <a:ext cx="576262" cy="247650"/>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solidFill>
                <a:latin typeface="+mn-lt"/>
              </a:defRPr>
            </a:lvl1pPr>
          </a:lstStyle>
          <a:p>
            <a:pPr>
              <a:defRPr/>
            </a:pPr>
            <a:fld id="{F9421762-5E11-1446-BC75-919B3090CDD4}" type="slidenum">
              <a:rPr lang="en-GB"/>
              <a:pPr>
                <a:defRPr/>
              </a:pPr>
              <a:t>‹#›</a:t>
            </a:fld>
            <a:endParaRPr lang="en-GB"/>
          </a:p>
        </p:txBody>
      </p:sp>
      <p:grpSp>
        <p:nvGrpSpPr>
          <p:cNvPr id="1027" name="Group 11">
            <a:extLst>
              <a:ext uri="{FF2B5EF4-FFF2-40B4-BE49-F238E27FC236}">
                <a16:creationId xmlns:a16="http://schemas.microsoft.com/office/drawing/2014/main" id="{F4437F1B-60A6-9842-9A57-CE7AC3B5B600}"/>
              </a:ext>
            </a:extLst>
          </p:cNvPr>
          <p:cNvGrpSpPr>
            <a:grpSpLocks/>
          </p:cNvGrpSpPr>
          <p:nvPr/>
        </p:nvGrpSpPr>
        <p:grpSpPr bwMode="auto">
          <a:xfrm>
            <a:off x="10898188" y="209550"/>
            <a:ext cx="1063625" cy="1065213"/>
            <a:chOff x="10928350" y="5591175"/>
            <a:chExt cx="1062566" cy="1065213"/>
          </a:xfrm>
        </p:grpSpPr>
        <p:sp>
          <p:nvSpPr>
            <p:cNvPr id="14" name="Text Placeholder 5">
              <a:extLst>
                <a:ext uri="{FF2B5EF4-FFF2-40B4-BE49-F238E27FC236}">
                  <a16:creationId xmlns:a16="http://schemas.microsoft.com/office/drawing/2014/main" id="{B85E88A7-6F54-6E4F-9270-F76F5DCB0844}"/>
                </a:ext>
              </a:extLst>
            </p:cNvPr>
            <p:cNvSpPr txBox="1">
              <a:spLocks noChangeAspect="1"/>
            </p:cNvSpPr>
            <p:nvPr/>
          </p:nvSpPr>
          <p:spPr>
            <a:xfrm>
              <a:off x="10928350" y="5592763"/>
              <a:ext cx="1062566" cy="1062037"/>
            </a:xfrm>
            <a:prstGeom prst="rect">
              <a:avLst/>
            </a:prstGeom>
            <a:blipFill dpi="0" rotWithShape="1">
              <a:blip r:embed="rId30" cstate="screen"/>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pPr fontAlgn="auto">
                <a:defRPr/>
              </a:pPr>
              <a:r>
                <a:rPr lang="en-US"/>
                <a:t>   </a:t>
              </a:r>
              <a:endParaRPr lang="en-AU"/>
            </a:p>
          </p:txBody>
        </p:sp>
        <p:sp>
          <p:nvSpPr>
            <p:cNvPr id="1030" name="Freeform 6">
              <a:extLst>
                <a:ext uri="{FF2B5EF4-FFF2-40B4-BE49-F238E27FC236}">
                  <a16:creationId xmlns:a16="http://schemas.microsoft.com/office/drawing/2014/main" id="{FBA74FB5-3A6B-8449-A931-6546F6ED9503}"/>
                </a:ext>
              </a:extLst>
            </p:cNvPr>
            <p:cNvSpPr>
              <a:spLocks noEditPoints="1"/>
            </p:cNvSpPr>
            <p:nvPr/>
          </p:nvSpPr>
          <p:spPr bwMode="auto">
            <a:xfrm>
              <a:off x="10928350" y="5591175"/>
              <a:ext cx="1062038" cy="1065213"/>
            </a:xfrm>
            <a:custGeom>
              <a:avLst/>
              <a:gdLst>
                <a:gd name="T0" fmla="*/ 530551 w 6806"/>
                <a:gd name="T1" fmla="*/ 13309 h 6803"/>
                <a:gd name="T2" fmla="*/ 530551 w 6806"/>
                <a:gd name="T3" fmla="*/ 13309 h 6803"/>
                <a:gd name="T4" fmla="*/ 1048618 w 6806"/>
                <a:gd name="T5" fmla="*/ 532215 h 6803"/>
                <a:gd name="T6" fmla="*/ 531487 w 6806"/>
                <a:gd name="T7" fmla="*/ 1052060 h 6803"/>
                <a:gd name="T8" fmla="*/ 531019 w 6806"/>
                <a:gd name="T9" fmla="*/ 1052060 h 6803"/>
                <a:gd name="T10" fmla="*/ 13420 w 6806"/>
                <a:gd name="T11" fmla="*/ 533155 h 6803"/>
                <a:gd name="T12" fmla="*/ 164627 w 6806"/>
                <a:gd name="T13" fmla="*/ 165662 h 6803"/>
                <a:gd name="T14" fmla="*/ 530551 w 6806"/>
                <a:gd name="T15" fmla="*/ 13309 h 6803"/>
                <a:gd name="T16" fmla="*/ 530551 w 6806"/>
                <a:gd name="T17" fmla="*/ 0 h 6803"/>
                <a:gd name="T18" fmla="*/ 155264 w 6806"/>
                <a:gd name="T19" fmla="*/ 156423 h 6803"/>
                <a:gd name="T20" fmla="*/ 156 w 6806"/>
                <a:gd name="T21" fmla="*/ 533155 h 6803"/>
                <a:gd name="T22" fmla="*/ 531019 w 6806"/>
                <a:gd name="T23" fmla="*/ 1065213 h 6803"/>
                <a:gd name="T24" fmla="*/ 531487 w 6806"/>
                <a:gd name="T25" fmla="*/ 1065213 h 6803"/>
                <a:gd name="T26" fmla="*/ 1061726 w 6806"/>
                <a:gd name="T27" fmla="*/ 532215 h 6803"/>
                <a:gd name="T28" fmla="*/ 530551 w 6806"/>
                <a:gd name="T29" fmla="*/ 0 h 68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 name="Footer Placeholder 4">
            <a:extLst>
              <a:ext uri="{FF2B5EF4-FFF2-40B4-BE49-F238E27FC236}">
                <a16:creationId xmlns:a16="http://schemas.microsoft.com/office/drawing/2014/main" id="{A37CB1CA-2C9A-5C45-B193-2B95A24548CF}"/>
              </a:ext>
            </a:extLst>
          </p:cNvPr>
          <p:cNvSpPr>
            <a:spLocks noGrp="1"/>
          </p:cNvSpPr>
          <p:nvPr>
            <p:ph type="ftr" sz="quarter" idx="3"/>
          </p:nvPr>
        </p:nvSpPr>
        <p:spPr>
          <a:xfrm>
            <a:off x="242888" y="6538913"/>
            <a:ext cx="3382962" cy="247650"/>
          </a:xfrm>
          <a:prstGeom prst="rect">
            <a:avLst/>
          </a:prstGeom>
        </p:spPr>
        <p:txBody>
          <a:bodyPr vert="horz" lIns="91440" tIns="45720" rIns="91440" bIns="45720" rtlCol="0" anchor="ctr"/>
          <a:lstStyle>
            <a:lvl1pPr algn="l" eaLnBrk="1" fontAlgn="auto" hangingPunct="1">
              <a:spcBef>
                <a:spcPts val="0"/>
              </a:spcBef>
              <a:spcAft>
                <a:spcPts val="0"/>
              </a:spcAft>
              <a:defRPr sz="650" dirty="0">
                <a:solidFill>
                  <a:schemeClr val="tx1"/>
                </a:solidFill>
                <a:latin typeface="+mn-lt"/>
              </a:defRPr>
            </a:lvl1pPr>
          </a:lstStyle>
          <a:p>
            <a:pPr>
              <a:defRPr/>
            </a:pPr>
            <a:r>
              <a:rPr lang="en-AU"/>
              <a:t>Deakin University CRICOS Provider Code: 00113B</a:t>
            </a:r>
            <a:endParaRPr lang="en-GB"/>
          </a:p>
        </p:txBody>
      </p:sp>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08" r:id="rId12"/>
    <p:sldLayoutId id="2147483710" r:id="rId13"/>
    <p:sldLayoutId id="2147483711" r:id="rId14"/>
    <p:sldLayoutId id="2147483709"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 id="2147483859" r:id="rId28"/>
  </p:sldLayoutIdLst>
  <p:hf hdr="0" dt="0"/>
  <p:txStyles>
    <p:titleStyle>
      <a:lvl1pPr algn="l" rtl="0" eaLnBrk="1" fontAlgn="base" hangingPunct="1">
        <a:lnSpc>
          <a:spcPct val="90000"/>
        </a:lnSpc>
        <a:spcBef>
          <a:spcPct val="0"/>
        </a:spcBef>
        <a:spcAft>
          <a:spcPct val="0"/>
        </a:spcAft>
        <a:defRPr sz="2400" b="1" kern="1200">
          <a:solidFill>
            <a:schemeClr val="bg1"/>
          </a:solidFill>
          <a:latin typeface="+mn-lt"/>
          <a:ea typeface="+mj-ea"/>
          <a:cs typeface="+mj-cs"/>
        </a:defRPr>
      </a:lvl1pPr>
      <a:lvl2pPr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2pPr>
      <a:lvl3pPr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3pPr>
      <a:lvl4pPr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4pPr>
      <a:lvl5pPr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5pPr>
      <a:lvl6pPr marL="457200"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6pPr>
      <a:lvl7pPr marL="914400"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7pPr>
      <a:lvl8pPr marL="1371600"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8pPr>
      <a:lvl9pPr marL="1828800"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9pPr>
    </p:titleStyle>
    <p:bodyStyle>
      <a:lvl1pPr algn="l" rtl="0" eaLnBrk="1" fontAlgn="base" hangingPunct="1">
        <a:lnSpc>
          <a:spcPct val="90000"/>
        </a:lnSpc>
        <a:spcBef>
          <a:spcPts val="1000"/>
        </a:spcBef>
        <a:spcAft>
          <a:spcPts val="2400"/>
        </a:spcAft>
        <a:buFont typeface="Arial" panose="020B0604020202020204" pitchFamily="34" charset="0"/>
        <a:defRPr sz="3700" kern="1200">
          <a:solidFill>
            <a:schemeClr val="tx1"/>
          </a:solidFill>
          <a:latin typeface="+mn-lt"/>
          <a:ea typeface="+mn-ea"/>
          <a:cs typeface="+mn-cs"/>
        </a:defRPr>
      </a:lvl1pPr>
      <a:lvl2pPr algn="l" rtl="0" eaLnBrk="1" fontAlgn="base" hangingPunct="1">
        <a:spcBef>
          <a:spcPts val="500"/>
        </a:spcBef>
        <a:spcAft>
          <a:spcPct val="0"/>
        </a:spcAft>
        <a:buFont typeface="Arial" panose="020B0604020202020204" pitchFamily="34" charset="0"/>
        <a:defRPr kern="1200">
          <a:solidFill>
            <a:schemeClr val="tx1"/>
          </a:solidFill>
          <a:latin typeface="+mn-lt"/>
          <a:ea typeface="+mn-ea"/>
          <a:cs typeface="+mn-cs"/>
        </a:defRPr>
      </a:lvl2pPr>
      <a:lvl3pPr marL="179388" indent="-179388" algn="l" rtl="0" eaLnBrk="1" fontAlgn="base" hangingPunct="1">
        <a:spcBef>
          <a:spcPts val="500"/>
        </a:spcBef>
        <a:spcAft>
          <a:spcPct val="0"/>
        </a:spcAft>
        <a:buSzPct val="110000"/>
        <a:buFont typeface="Arial" panose="020B0604020202020204" pitchFamily="34" charset="0"/>
        <a:buChar char="•"/>
        <a:defRPr kern="1200">
          <a:solidFill>
            <a:schemeClr val="tx1"/>
          </a:solidFill>
          <a:latin typeface="+mn-lt"/>
          <a:ea typeface="+mn-ea"/>
          <a:cs typeface="+mn-cs"/>
        </a:defRPr>
      </a:lvl3pPr>
      <a:lvl4pPr marL="358775" indent="-179388" algn="l" rtl="0" eaLnBrk="1" fontAlgn="base" hangingPunct="1">
        <a:spcBef>
          <a:spcPts val="500"/>
        </a:spcBef>
        <a:spcAft>
          <a:spcPct val="0"/>
        </a:spcAft>
        <a:buFont typeface="Calibri" panose="020F0502020204030204" pitchFamily="34" charset="0"/>
        <a:buChar char="–"/>
        <a:defRPr kern="1200">
          <a:solidFill>
            <a:schemeClr val="tx1"/>
          </a:solidFill>
          <a:latin typeface="+mn-lt"/>
          <a:ea typeface="+mn-ea"/>
          <a:cs typeface="+mn-cs"/>
        </a:defRPr>
      </a:lvl4pPr>
      <a:lvl5pPr marL="179388" algn="l" rtl="0" eaLnBrk="1" fontAlgn="base" hangingPunct="1">
        <a:spcBef>
          <a:spcPts val="500"/>
        </a:spcBef>
        <a:spcAft>
          <a:spcPct val="0"/>
        </a:spcAft>
        <a:buFont typeface="Arial" panose="020B0604020202020204" pitchFamily="34" charset="0"/>
        <a:defRPr kern="1200">
          <a:solidFill>
            <a:schemeClr val="tx1"/>
          </a:solidFill>
          <a:latin typeface="+mn-lt"/>
          <a:ea typeface="+mn-ea"/>
          <a:cs typeface="+mn-cs"/>
        </a:defRPr>
      </a:lvl5pPr>
      <a:lvl6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F5D1579-74F0-EC44-92EE-0D076603B1D1}"/>
              </a:ext>
            </a:extLst>
          </p:cNvPr>
          <p:cNvSpPr>
            <a:spLocks noGrp="1"/>
          </p:cNvSpPr>
          <p:nvPr>
            <p:ph type="sldNum" sz="quarter" idx="4"/>
          </p:nvPr>
        </p:nvSpPr>
        <p:spPr>
          <a:xfrm>
            <a:off x="242888" y="6265863"/>
            <a:ext cx="576262" cy="247650"/>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solidFill>
                <a:latin typeface="+mn-lt"/>
              </a:defRPr>
            </a:lvl1pPr>
          </a:lstStyle>
          <a:p>
            <a:pPr>
              <a:defRPr/>
            </a:pPr>
            <a:fld id="{F9421762-5E11-1446-BC75-919B3090CDD4}" type="slidenum">
              <a:rPr lang="en-GB"/>
              <a:pPr>
                <a:defRPr/>
              </a:pPr>
              <a:t>‹#›</a:t>
            </a:fld>
            <a:endParaRPr lang="en-GB"/>
          </a:p>
        </p:txBody>
      </p:sp>
      <p:grpSp>
        <p:nvGrpSpPr>
          <p:cNvPr id="1027" name="Group 11">
            <a:extLst>
              <a:ext uri="{FF2B5EF4-FFF2-40B4-BE49-F238E27FC236}">
                <a16:creationId xmlns:a16="http://schemas.microsoft.com/office/drawing/2014/main" id="{F4437F1B-60A6-9842-9A57-CE7AC3B5B600}"/>
              </a:ext>
            </a:extLst>
          </p:cNvPr>
          <p:cNvGrpSpPr>
            <a:grpSpLocks/>
          </p:cNvGrpSpPr>
          <p:nvPr/>
        </p:nvGrpSpPr>
        <p:grpSpPr bwMode="auto">
          <a:xfrm>
            <a:off x="10898188" y="209550"/>
            <a:ext cx="1063625" cy="1065213"/>
            <a:chOff x="10928350" y="5591175"/>
            <a:chExt cx="1062566" cy="1065213"/>
          </a:xfrm>
        </p:grpSpPr>
        <p:sp>
          <p:nvSpPr>
            <p:cNvPr id="14" name="Text Placeholder 5">
              <a:extLst>
                <a:ext uri="{FF2B5EF4-FFF2-40B4-BE49-F238E27FC236}">
                  <a16:creationId xmlns:a16="http://schemas.microsoft.com/office/drawing/2014/main" id="{B85E88A7-6F54-6E4F-9270-F76F5DCB0844}"/>
                </a:ext>
              </a:extLst>
            </p:cNvPr>
            <p:cNvSpPr txBox="1">
              <a:spLocks noChangeAspect="1"/>
            </p:cNvSpPr>
            <p:nvPr/>
          </p:nvSpPr>
          <p:spPr>
            <a:xfrm>
              <a:off x="10928350" y="5592763"/>
              <a:ext cx="1062566" cy="1062037"/>
            </a:xfrm>
            <a:prstGeom prst="rect">
              <a:avLst/>
            </a:prstGeom>
            <a:blipFill dpi="0" rotWithShape="1">
              <a:blip r:embed="rId29" cstate="screen"/>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pPr fontAlgn="auto">
                <a:defRPr/>
              </a:pPr>
              <a:r>
                <a:rPr lang="en-US"/>
                <a:t>   </a:t>
              </a:r>
              <a:endParaRPr lang="en-AU"/>
            </a:p>
          </p:txBody>
        </p:sp>
        <p:sp>
          <p:nvSpPr>
            <p:cNvPr id="1030" name="Freeform 6">
              <a:extLst>
                <a:ext uri="{FF2B5EF4-FFF2-40B4-BE49-F238E27FC236}">
                  <a16:creationId xmlns:a16="http://schemas.microsoft.com/office/drawing/2014/main" id="{FBA74FB5-3A6B-8449-A931-6546F6ED9503}"/>
                </a:ext>
              </a:extLst>
            </p:cNvPr>
            <p:cNvSpPr>
              <a:spLocks noEditPoints="1"/>
            </p:cNvSpPr>
            <p:nvPr/>
          </p:nvSpPr>
          <p:spPr bwMode="auto">
            <a:xfrm>
              <a:off x="10928350" y="5591175"/>
              <a:ext cx="1062038" cy="1065213"/>
            </a:xfrm>
            <a:custGeom>
              <a:avLst/>
              <a:gdLst>
                <a:gd name="T0" fmla="*/ 530551 w 6806"/>
                <a:gd name="T1" fmla="*/ 13309 h 6803"/>
                <a:gd name="T2" fmla="*/ 530551 w 6806"/>
                <a:gd name="T3" fmla="*/ 13309 h 6803"/>
                <a:gd name="T4" fmla="*/ 1048618 w 6806"/>
                <a:gd name="T5" fmla="*/ 532215 h 6803"/>
                <a:gd name="T6" fmla="*/ 531487 w 6806"/>
                <a:gd name="T7" fmla="*/ 1052060 h 6803"/>
                <a:gd name="T8" fmla="*/ 531019 w 6806"/>
                <a:gd name="T9" fmla="*/ 1052060 h 6803"/>
                <a:gd name="T10" fmla="*/ 13420 w 6806"/>
                <a:gd name="T11" fmla="*/ 533155 h 6803"/>
                <a:gd name="T12" fmla="*/ 164627 w 6806"/>
                <a:gd name="T13" fmla="*/ 165662 h 6803"/>
                <a:gd name="T14" fmla="*/ 530551 w 6806"/>
                <a:gd name="T15" fmla="*/ 13309 h 6803"/>
                <a:gd name="T16" fmla="*/ 530551 w 6806"/>
                <a:gd name="T17" fmla="*/ 0 h 6803"/>
                <a:gd name="T18" fmla="*/ 155264 w 6806"/>
                <a:gd name="T19" fmla="*/ 156423 h 6803"/>
                <a:gd name="T20" fmla="*/ 156 w 6806"/>
                <a:gd name="T21" fmla="*/ 533155 h 6803"/>
                <a:gd name="T22" fmla="*/ 531019 w 6806"/>
                <a:gd name="T23" fmla="*/ 1065213 h 6803"/>
                <a:gd name="T24" fmla="*/ 531487 w 6806"/>
                <a:gd name="T25" fmla="*/ 1065213 h 6803"/>
                <a:gd name="T26" fmla="*/ 1061726 w 6806"/>
                <a:gd name="T27" fmla="*/ 532215 h 6803"/>
                <a:gd name="T28" fmla="*/ 530551 w 6806"/>
                <a:gd name="T29" fmla="*/ 0 h 68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 name="Footer Placeholder 4">
            <a:extLst>
              <a:ext uri="{FF2B5EF4-FFF2-40B4-BE49-F238E27FC236}">
                <a16:creationId xmlns:a16="http://schemas.microsoft.com/office/drawing/2014/main" id="{A37CB1CA-2C9A-5C45-B193-2B95A24548CF}"/>
              </a:ext>
            </a:extLst>
          </p:cNvPr>
          <p:cNvSpPr>
            <a:spLocks noGrp="1"/>
          </p:cNvSpPr>
          <p:nvPr>
            <p:ph type="ftr" sz="quarter" idx="3"/>
          </p:nvPr>
        </p:nvSpPr>
        <p:spPr>
          <a:xfrm>
            <a:off x="242888" y="6538913"/>
            <a:ext cx="3382962" cy="247650"/>
          </a:xfrm>
          <a:prstGeom prst="rect">
            <a:avLst/>
          </a:prstGeom>
        </p:spPr>
        <p:txBody>
          <a:bodyPr vert="horz" lIns="91440" tIns="45720" rIns="91440" bIns="45720" rtlCol="0" anchor="ctr"/>
          <a:lstStyle>
            <a:lvl1pPr algn="l" eaLnBrk="1" fontAlgn="auto" hangingPunct="1">
              <a:spcBef>
                <a:spcPts val="0"/>
              </a:spcBef>
              <a:spcAft>
                <a:spcPts val="0"/>
              </a:spcAft>
              <a:defRPr sz="650" dirty="0">
                <a:solidFill>
                  <a:schemeClr val="tx1"/>
                </a:solidFill>
                <a:latin typeface="+mn-lt"/>
              </a:defRPr>
            </a:lvl1pPr>
          </a:lstStyle>
          <a:p>
            <a:pPr>
              <a:defRPr/>
            </a:pPr>
            <a:r>
              <a:rPr lang="en-AU"/>
              <a:t>Deakin University CRICOS Provider Code: 00113B</a:t>
            </a:r>
            <a:endParaRPr lang="en-GB"/>
          </a:p>
        </p:txBody>
      </p:sp>
    </p:spTree>
    <p:extLst>
      <p:ext uri="{BB962C8B-B14F-4D97-AF65-F5344CB8AC3E}">
        <p14:creationId xmlns:p14="http://schemas.microsoft.com/office/powerpoint/2010/main" val="1296358731"/>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 id="2147483794" r:id="rId17"/>
    <p:sldLayoutId id="2147483795" r:id="rId18"/>
    <p:sldLayoutId id="2147483796" r:id="rId19"/>
    <p:sldLayoutId id="2147483797" r:id="rId20"/>
    <p:sldLayoutId id="2147483798" r:id="rId21"/>
    <p:sldLayoutId id="2147483799" r:id="rId22"/>
    <p:sldLayoutId id="2147483800" r:id="rId23"/>
    <p:sldLayoutId id="2147483801" r:id="rId24"/>
    <p:sldLayoutId id="2147483802" r:id="rId25"/>
    <p:sldLayoutId id="2147483803" r:id="rId26"/>
    <p:sldLayoutId id="2147483804" r:id="rId27"/>
  </p:sldLayoutIdLst>
  <p:hf hdr="0" dt="0"/>
  <p:txStyles>
    <p:titleStyle>
      <a:lvl1pPr algn="l" rtl="0" eaLnBrk="1" fontAlgn="base" hangingPunct="1">
        <a:lnSpc>
          <a:spcPct val="90000"/>
        </a:lnSpc>
        <a:spcBef>
          <a:spcPct val="0"/>
        </a:spcBef>
        <a:spcAft>
          <a:spcPct val="0"/>
        </a:spcAft>
        <a:defRPr sz="2400" b="1" kern="1200">
          <a:solidFill>
            <a:schemeClr val="bg1"/>
          </a:solidFill>
          <a:latin typeface="+mn-lt"/>
          <a:ea typeface="+mj-ea"/>
          <a:cs typeface="+mj-cs"/>
        </a:defRPr>
      </a:lvl1pPr>
      <a:lvl2pPr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2pPr>
      <a:lvl3pPr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3pPr>
      <a:lvl4pPr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4pPr>
      <a:lvl5pPr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5pPr>
      <a:lvl6pPr marL="457200"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6pPr>
      <a:lvl7pPr marL="914400"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7pPr>
      <a:lvl8pPr marL="1371600"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8pPr>
      <a:lvl9pPr marL="1828800" algn="l" rtl="0" eaLnBrk="1" fontAlgn="base" hangingPunct="1">
        <a:lnSpc>
          <a:spcPct val="90000"/>
        </a:lnSpc>
        <a:spcBef>
          <a:spcPct val="0"/>
        </a:spcBef>
        <a:spcAft>
          <a:spcPct val="0"/>
        </a:spcAft>
        <a:defRPr sz="2400" b="1">
          <a:solidFill>
            <a:schemeClr val="bg1"/>
          </a:solidFill>
          <a:latin typeface="Calibri" panose="020F0502020204030204" pitchFamily="34" charset="0"/>
        </a:defRPr>
      </a:lvl9pPr>
    </p:titleStyle>
    <p:bodyStyle>
      <a:lvl1pPr algn="l" rtl="0" eaLnBrk="1" fontAlgn="base" hangingPunct="1">
        <a:lnSpc>
          <a:spcPct val="90000"/>
        </a:lnSpc>
        <a:spcBef>
          <a:spcPts val="1000"/>
        </a:spcBef>
        <a:spcAft>
          <a:spcPts val="2400"/>
        </a:spcAft>
        <a:buFont typeface="Arial" panose="020B0604020202020204" pitchFamily="34" charset="0"/>
        <a:defRPr sz="3700" kern="1200">
          <a:solidFill>
            <a:schemeClr val="tx1"/>
          </a:solidFill>
          <a:latin typeface="+mn-lt"/>
          <a:ea typeface="+mn-ea"/>
          <a:cs typeface="+mn-cs"/>
        </a:defRPr>
      </a:lvl1pPr>
      <a:lvl2pPr algn="l" rtl="0" eaLnBrk="1" fontAlgn="base" hangingPunct="1">
        <a:spcBef>
          <a:spcPts val="500"/>
        </a:spcBef>
        <a:spcAft>
          <a:spcPct val="0"/>
        </a:spcAft>
        <a:buFont typeface="Arial" panose="020B0604020202020204" pitchFamily="34" charset="0"/>
        <a:defRPr kern="1200">
          <a:solidFill>
            <a:schemeClr val="tx1"/>
          </a:solidFill>
          <a:latin typeface="+mn-lt"/>
          <a:ea typeface="+mn-ea"/>
          <a:cs typeface="+mn-cs"/>
        </a:defRPr>
      </a:lvl2pPr>
      <a:lvl3pPr marL="179388" indent="-179388" algn="l" rtl="0" eaLnBrk="1" fontAlgn="base" hangingPunct="1">
        <a:spcBef>
          <a:spcPts val="500"/>
        </a:spcBef>
        <a:spcAft>
          <a:spcPct val="0"/>
        </a:spcAft>
        <a:buSzPct val="110000"/>
        <a:buFont typeface="Arial" panose="020B0604020202020204" pitchFamily="34" charset="0"/>
        <a:buChar char="•"/>
        <a:defRPr kern="1200">
          <a:solidFill>
            <a:schemeClr val="tx1"/>
          </a:solidFill>
          <a:latin typeface="+mn-lt"/>
          <a:ea typeface="+mn-ea"/>
          <a:cs typeface="+mn-cs"/>
        </a:defRPr>
      </a:lvl3pPr>
      <a:lvl4pPr marL="358775" indent="-179388" algn="l" rtl="0" eaLnBrk="1" fontAlgn="base" hangingPunct="1">
        <a:spcBef>
          <a:spcPts val="500"/>
        </a:spcBef>
        <a:spcAft>
          <a:spcPct val="0"/>
        </a:spcAft>
        <a:buFont typeface="Calibri" panose="020F0502020204030204" pitchFamily="34" charset="0"/>
        <a:buChar char="–"/>
        <a:defRPr kern="1200">
          <a:solidFill>
            <a:schemeClr val="tx1"/>
          </a:solidFill>
          <a:latin typeface="+mn-lt"/>
          <a:ea typeface="+mn-ea"/>
          <a:cs typeface="+mn-cs"/>
        </a:defRPr>
      </a:lvl4pPr>
      <a:lvl5pPr marL="179388" algn="l" rtl="0" eaLnBrk="1" fontAlgn="base" hangingPunct="1">
        <a:spcBef>
          <a:spcPts val="500"/>
        </a:spcBef>
        <a:spcAft>
          <a:spcPct val="0"/>
        </a:spcAft>
        <a:buFont typeface="Arial" panose="020B0604020202020204" pitchFamily="34" charset="0"/>
        <a:defRPr kern="1200">
          <a:solidFill>
            <a:schemeClr val="tx1"/>
          </a:solidFill>
          <a:latin typeface="+mn-lt"/>
          <a:ea typeface="+mn-ea"/>
          <a:cs typeface="+mn-cs"/>
        </a:defRPr>
      </a:lvl5pPr>
      <a:lvl6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D82E8B-3BAA-41FD-8898-3744E03D4ED9}" type="datetimeFigureOut">
              <a:rPr lang="en-AU" smtClean="0"/>
              <a:t>29/4/2025</a:t>
            </a:fld>
            <a:endParaRPr lang="en-AU"/>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523421-292E-4585-BC2A-AC319856F187}" type="slidenum">
              <a:rPr lang="en-AU" smtClean="0"/>
              <a:t>‹#›</a:t>
            </a:fld>
            <a:endParaRPr lang="en-AU"/>
          </a:p>
        </p:txBody>
      </p:sp>
    </p:spTree>
    <p:extLst>
      <p:ext uri="{BB962C8B-B14F-4D97-AF65-F5344CB8AC3E}">
        <p14:creationId xmlns:p14="http://schemas.microsoft.com/office/powerpoint/2010/main" val="3310644883"/>
      </p:ext>
    </p:extLst>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Lst>
  <p:txStyles>
    <p:titleStyle>
      <a:lvl1pPr algn="l" defTabSz="91436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2" indent="-228591" algn="l" defTabSz="91436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2" indent="-228591" algn="l" defTabSz="91436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3"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4"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5"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1" rtl="0" eaLnBrk="1" latinLnBrk="0" hangingPunct="1">
        <a:defRPr sz="1800" kern="1200">
          <a:solidFill>
            <a:schemeClr val="tx1"/>
          </a:solidFill>
          <a:latin typeface="+mn-lt"/>
          <a:ea typeface="+mn-ea"/>
          <a:cs typeface="+mn-cs"/>
        </a:defRPr>
      </a:lvl1pPr>
      <a:lvl2pPr marL="457181" algn="l" defTabSz="914361" rtl="0" eaLnBrk="1" latinLnBrk="0" hangingPunct="1">
        <a:defRPr sz="1800" kern="1200">
          <a:solidFill>
            <a:schemeClr val="tx1"/>
          </a:solidFill>
          <a:latin typeface="+mn-lt"/>
          <a:ea typeface="+mn-ea"/>
          <a:cs typeface="+mn-cs"/>
        </a:defRPr>
      </a:lvl2pPr>
      <a:lvl3pPr marL="914361" algn="l" defTabSz="914361" rtl="0" eaLnBrk="1" latinLnBrk="0" hangingPunct="1">
        <a:defRPr sz="1800" kern="1200">
          <a:solidFill>
            <a:schemeClr val="tx1"/>
          </a:solidFill>
          <a:latin typeface="+mn-lt"/>
          <a:ea typeface="+mn-ea"/>
          <a:cs typeface="+mn-cs"/>
        </a:defRPr>
      </a:lvl3pPr>
      <a:lvl4pPr marL="1371543" algn="l" defTabSz="914361" rtl="0" eaLnBrk="1" latinLnBrk="0" hangingPunct="1">
        <a:defRPr sz="1800" kern="1200">
          <a:solidFill>
            <a:schemeClr val="tx1"/>
          </a:solidFill>
          <a:latin typeface="+mn-lt"/>
          <a:ea typeface="+mn-ea"/>
          <a:cs typeface="+mn-cs"/>
        </a:defRPr>
      </a:lvl4pPr>
      <a:lvl5pPr marL="1828724" algn="l" defTabSz="914361" rtl="0" eaLnBrk="1" latinLnBrk="0" hangingPunct="1">
        <a:defRPr sz="1800" kern="1200">
          <a:solidFill>
            <a:schemeClr val="tx1"/>
          </a:solidFill>
          <a:latin typeface="+mn-lt"/>
          <a:ea typeface="+mn-ea"/>
          <a:cs typeface="+mn-cs"/>
        </a:defRPr>
      </a:lvl5pPr>
      <a:lvl6pPr marL="2285904" algn="l" defTabSz="914361" rtl="0" eaLnBrk="1" latinLnBrk="0" hangingPunct="1">
        <a:defRPr sz="1800" kern="1200">
          <a:solidFill>
            <a:schemeClr val="tx1"/>
          </a:solidFill>
          <a:latin typeface="+mn-lt"/>
          <a:ea typeface="+mn-ea"/>
          <a:cs typeface="+mn-cs"/>
        </a:defRPr>
      </a:lvl6pPr>
      <a:lvl7pPr marL="2743085" algn="l" defTabSz="914361" rtl="0" eaLnBrk="1" latinLnBrk="0" hangingPunct="1">
        <a:defRPr sz="1800" kern="1200">
          <a:solidFill>
            <a:schemeClr val="tx1"/>
          </a:solidFill>
          <a:latin typeface="+mn-lt"/>
          <a:ea typeface="+mn-ea"/>
          <a:cs typeface="+mn-cs"/>
        </a:defRPr>
      </a:lvl7pPr>
      <a:lvl8pPr marL="3200266" algn="l" defTabSz="914361" rtl="0" eaLnBrk="1" latinLnBrk="0" hangingPunct="1">
        <a:defRPr sz="1800" kern="1200">
          <a:solidFill>
            <a:schemeClr val="tx1"/>
          </a:solidFill>
          <a:latin typeface="+mn-lt"/>
          <a:ea typeface="+mn-ea"/>
          <a:cs typeface="+mn-cs"/>
        </a:defRPr>
      </a:lvl8pPr>
      <a:lvl9pPr marL="3657447" algn="l" defTabSz="91436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0.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56.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1.sv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4573DE2-57AA-49D1-9333-A002E3AAD420}"/>
              </a:ext>
            </a:extLst>
          </p:cNvPr>
          <p:cNvPicPr>
            <a:picLocks noChangeAspect="1"/>
          </p:cNvPicPr>
          <p:nvPr/>
        </p:nvPicPr>
        <p:blipFill>
          <a:blip r:embed="rId3">
            <a:extLst>
              <a:ext uri="{28A0092B-C50C-407E-A947-70E740481C1C}">
                <a14:useLocalDpi xmlns:a14="http://schemas.microsoft.com/office/drawing/2010/main" val="0"/>
              </a:ext>
            </a:extLst>
          </a:blip>
          <a:srcRect l="4042" r="4042"/>
          <a:stretch/>
        </p:blipFill>
        <p:spPr>
          <a:xfrm>
            <a:off x="5606538" y="0"/>
            <a:ext cx="11206388" cy="6858002"/>
          </a:xfrm>
          <a:prstGeom prst="rect">
            <a:avLst/>
          </a:prstGeom>
        </p:spPr>
      </p:pic>
      <p:sp>
        <p:nvSpPr>
          <p:cNvPr id="26" name="Freeform: Shape 25">
            <a:extLst>
              <a:ext uri="{FF2B5EF4-FFF2-40B4-BE49-F238E27FC236}">
                <a16:creationId xmlns:a16="http://schemas.microsoft.com/office/drawing/2014/main" id="{EA6C0FD5-96EB-4FEF-9711-B5867481C15C}"/>
              </a:ext>
            </a:extLst>
          </p:cNvPr>
          <p:cNvSpPr/>
          <p:nvPr/>
        </p:nvSpPr>
        <p:spPr>
          <a:xfrm>
            <a:off x="0" y="-2"/>
            <a:ext cx="10080605" cy="6858001"/>
          </a:xfrm>
          <a:custGeom>
            <a:avLst/>
            <a:gdLst>
              <a:gd name="connsiteX0" fmla="*/ 0 w 10080605"/>
              <a:gd name="connsiteY0" fmla="*/ 0 h 6843219"/>
              <a:gd name="connsiteX1" fmla="*/ 2028211 w 10080605"/>
              <a:gd name="connsiteY1" fmla="*/ 0 h 6843219"/>
              <a:gd name="connsiteX2" fmla="*/ 10080605 w 10080605"/>
              <a:gd name="connsiteY2" fmla="*/ 4964959 h 6843219"/>
              <a:gd name="connsiteX3" fmla="*/ 7189692 w 10080605"/>
              <a:gd name="connsiteY3" fmla="*/ 6843219 h 6843219"/>
              <a:gd name="connsiteX4" fmla="*/ 0 w 10080605"/>
              <a:gd name="connsiteY4" fmla="*/ 6843219 h 6843219"/>
              <a:gd name="connsiteX5" fmla="*/ 0 w 10080605"/>
              <a:gd name="connsiteY5" fmla="*/ 0 h 6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80605" h="6843219">
                <a:moveTo>
                  <a:pt x="0" y="0"/>
                </a:moveTo>
                <a:lnTo>
                  <a:pt x="2028211" y="0"/>
                </a:lnTo>
                <a:lnTo>
                  <a:pt x="10080605" y="4964959"/>
                </a:lnTo>
                <a:lnTo>
                  <a:pt x="7189692" y="6843219"/>
                </a:lnTo>
                <a:lnTo>
                  <a:pt x="0" y="6843219"/>
                </a:lnTo>
                <a:lnTo>
                  <a:pt x="0" y="0"/>
                </a:lnTo>
                <a:close/>
              </a:path>
            </a:pathLst>
          </a:custGeom>
          <a:solidFill>
            <a:srgbClr val="10A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342" name="Slide Number Placeholder 5">
            <a:extLst>
              <a:ext uri="{FF2B5EF4-FFF2-40B4-BE49-F238E27FC236}">
                <a16:creationId xmlns:a16="http://schemas.microsoft.com/office/drawing/2014/main" id="{FCFAC871-5F8C-0046-AA70-471E0E453BC2}"/>
              </a:ext>
            </a:extLst>
          </p:cNvPr>
          <p:cNvSpPr>
            <a:spLocks noGrp="1" noChangeArrowheads="1"/>
          </p:cNvSpPr>
          <p:nvPr>
            <p:ph type="sldNum" sz="quarter" idx="2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2DAE94CF-8F4B-4A4E-A9E9-78C5D9BFD018}" type="slidenum">
              <a:rPr kumimoji="0" lang="en-GB" altLang="en-US" sz="1200" b="0" i="0" u="none" strike="noStrike" kern="1200" cap="none" spc="0" normalizeH="0" baseline="0" noProof="0">
                <a:ln>
                  <a:noFill/>
                </a:ln>
                <a:solidFill>
                  <a:prstClr val="white"/>
                </a:solidFill>
                <a:effectLst/>
                <a:uLnTx/>
                <a:uFillTx/>
                <a:latin typeface="Calibri" panose="020F050202020403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a:t>
            </a:fld>
            <a:endParaRPr kumimoji="0" lang="en-GB" altLang="en-US" sz="12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7" name="Footer Placeholder 6">
            <a:extLst>
              <a:ext uri="{FF2B5EF4-FFF2-40B4-BE49-F238E27FC236}">
                <a16:creationId xmlns:a16="http://schemas.microsoft.com/office/drawing/2014/main" id="{A385ED51-B143-9B46-AB63-5C5A7A10F54F}"/>
              </a:ext>
            </a:extLst>
          </p:cNvPr>
          <p:cNvSpPr>
            <a:spLocks noGrp="1"/>
          </p:cNvSpPr>
          <p:nvPr>
            <p:ph type="ftr" sz="quarter" idx="2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650" b="0" i="0" u="none" strike="noStrike" kern="1200" cap="none" spc="0" normalizeH="0" baseline="0" noProof="0">
                <a:ln>
                  <a:noFill/>
                </a:ln>
                <a:solidFill>
                  <a:prstClr val="white"/>
                </a:solidFill>
                <a:effectLst/>
                <a:uLnTx/>
                <a:uFillTx/>
                <a:latin typeface="Calibri" panose="020F0502020204030204"/>
                <a:ea typeface="+mn-ea"/>
                <a:cs typeface="+mn-cs"/>
              </a:rPr>
              <a:t>Deakin University CRICOS Provider Code: 00113B</a:t>
            </a:r>
            <a:endParaRPr kumimoji="0" lang="en-GB" sz="6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Isosceles Triangle 3">
            <a:extLst>
              <a:ext uri="{FF2B5EF4-FFF2-40B4-BE49-F238E27FC236}">
                <a16:creationId xmlns:a16="http://schemas.microsoft.com/office/drawing/2014/main" id="{FD97FF26-D961-4197-8921-F230289C9CC3}"/>
              </a:ext>
            </a:extLst>
          </p:cNvPr>
          <p:cNvSpPr/>
          <p:nvPr/>
        </p:nvSpPr>
        <p:spPr>
          <a:xfrm rot="16200000">
            <a:off x="7909684" y="1765300"/>
            <a:ext cx="4794250" cy="3911600"/>
          </a:xfrm>
          <a:prstGeom prst="triangle">
            <a:avLst/>
          </a:prstGeom>
          <a:noFill/>
          <a:ln w="28575">
            <a:solidFill>
              <a:srgbClr val="F672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44" name="Text Placeholder 7">
            <a:extLst>
              <a:ext uri="{FF2B5EF4-FFF2-40B4-BE49-F238E27FC236}">
                <a16:creationId xmlns:a16="http://schemas.microsoft.com/office/drawing/2014/main" id="{E67DF474-92B0-F84F-BA94-B5F8C8F6810B}"/>
              </a:ext>
            </a:extLst>
          </p:cNvPr>
          <p:cNvSpPr>
            <a:spLocks noGrp="1" noChangeArrowheads="1"/>
          </p:cNvSpPr>
          <p:nvPr>
            <p:ph type="body" sz="quarter" idx="19"/>
          </p:nvPr>
        </p:nvSpPr>
        <p:spPr bwMode="auto">
          <a:xfrm>
            <a:off x="4155510" y="341668"/>
            <a:ext cx="1570038" cy="1570038"/>
          </a:xfrm>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Bef>
                <a:spcPct val="0"/>
              </a:spcBef>
              <a:spcAft>
                <a:spcPct val="0"/>
              </a:spcAft>
            </a:pPr>
            <a:endParaRPr lang="en-US" altLang="en-US" dirty="0"/>
          </a:p>
        </p:txBody>
      </p:sp>
      <p:sp>
        <p:nvSpPr>
          <p:cNvPr id="2" name="Title 1">
            <a:extLst>
              <a:ext uri="{FF2B5EF4-FFF2-40B4-BE49-F238E27FC236}">
                <a16:creationId xmlns:a16="http://schemas.microsoft.com/office/drawing/2014/main" id="{0A49FA7B-CAA2-1383-93C9-A830CBC916AA}"/>
              </a:ext>
            </a:extLst>
          </p:cNvPr>
          <p:cNvSpPr>
            <a:spLocks noGrp="1"/>
          </p:cNvSpPr>
          <p:nvPr>
            <p:ph type="title"/>
          </p:nvPr>
        </p:nvSpPr>
        <p:spPr>
          <a:xfrm>
            <a:off x="510518" y="3249182"/>
            <a:ext cx="5585482" cy="1489587"/>
          </a:xfrm>
        </p:spPr>
        <p:txBody>
          <a:bodyPr/>
          <a:lstStyle/>
          <a:p>
            <a:r>
              <a:rPr lang="en-US" dirty="0"/>
              <a:t>Human Rights Approach to AI</a:t>
            </a:r>
            <a:br>
              <a:rPr lang="en-US" dirty="0"/>
            </a:br>
            <a:br>
              <a:rPr lang="en-US" dirty="0"/>
            </a:br>
            <a:r>
              <a:rPr lang="en-US" dirty="0"/>
              <a:t>Dr. Jayson S. Lamchek</a:t>
            </a:r>
            <a:endParaRPr lang="en-AU" dirty="0"/>
          </a:p>
        </p:txBody>
      </p:sp>
    </p:spTree>
    <p:extLst>
      <p:ext uri="{BB962C8B-B14F-4D97-AF65-F5344CB8AC3E}">
        <p14:creationId xmlns:p14="http://schemas.microsoft.com/office/powerpoint/2010/main" val="310421142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CB7A0A0-4DD1-CC4B-BC3E-4F0FE97C7DBB}"/>
              </a:ext>
            </a:extLst>
          </p:cNvPr>
          <p:cNvSpPr>
            <a:spLocks noGrp="1"/>
          </p:cNvSpPr>
          <p:nvPr>
            <p:ph type="body" sz="quarter" idx="14"/>
          </p:nvPr>
        </p:nvSpPr>
        <p:spPr>
          <a:xfrm>
            <a:off x="6256824" y="4317449"/>
            <a:ext cx="5116025" cy="2196064"/>
          </a:xfrm>
        </p:spPr>
        <p:txBody>
          <a:bodyPr>
            <a:normAutofit fontScale="92500" lnSpcReduction="10000"/>
          </a:bodyPr>
          <a:lstStyle/>
          <a:p>
            <a:r>
              <a:rPr lang="en-US" dirty="0">
                <a:solidFill>
                  <a:srgbClr val="FFFF00"/>
                </a:solidFill>
              </a:rPr>
              <a:t>[THERE CAN BE VARIOUS HUMAN RIGHTS APPROACHES]</a:t>
            </a:r>
          </a:p>
          <a:p>
            <a:pPr marL="285750" indent="-285750">
              <a:buFont typeface="Arial" panose="020B0604020202020204" pitchFamily="34" charset="0"/>
              <a:buChar char="•"/>
            </a:pPr>
            <a:r>
              <a:rPr lang="en-US" dirty="0">
                <a:solidFill>
                  <a:srgbClr val="FFFF00"/>
                </a:solidFill>
              </a:rPr>
              <a:t>Toronto Declaration on Machine Learning Systems – emphasis on PROTECTION against potential harms of AI, very similar to Responsible AI approach, centered on “core human rights principles” such as non-discrimination.</a:t>
            </a:r>
          </a:p>
          <a:p>
            <a:pPr marL="285750" indent="-285750">
              <a:buFont typeface="Arial" panose="020B0604020202020204" pitchFamily="34" charset="0"/>
              <a:buChar char="•"/>
            </a:pPr>
            <a:r>
              <a:rPr lang="en-US" b="1" dirty="0">
                <a:solidFill>
                  <a:srgbClr val="FFFF00"/>
                </a:solidFill>
              </a:rPr>
              <a:t>“Right to Science” approach – treats AI as a technology or set of technologies, balances THREE main interests. </a:t>
            </a:r>
          </a:p>
        </p:txBody>
      </p:sp>
      <p:sp>
        <p:nvSpPr>
          <p:cNvPr id="18" name="Text Placeholder 2">
            <a:extLst>
              <a:ext uri="{FF2B5EF4-FFF2-40B4-BE49-F238E27FC236}">
                <a16:creationId xmlns:a16="http://schemas.microsoft.com/office/drawing/2014/main" id="{D463B188-1665-A7CE-4EC3-5736099FE8F3}"/>
              </a:ext>
            </a:extLst>
          </p:cNvPr>
          <p:cNvSpPr>
            <a:spLocks noGrp="1"/>
          </p:cNvSpPr>
          <p:nvPr>
            <p:ph type="body" sz="quarter" idx="15"/>
          </p:nvPr>
        </p:nvSpPr>
        <p:spPr>
          <a:xfrm>
            <a:off x="302870" y="3778182"/>
            <a:ext cx="5414642" cy="2115176"/>
          </a:xfrm>
        </p:spPr>
        <p:txBody>
          <a:bodyPr/>
          <a:lstStyle/>
          <a:p>
            <a:r>
              <a:rPr lang="en-US" dirty="0"/>
              <a:t>[HUMAN RIGHTS REFRAME ETHICAL APPROACHES TO A LEGAL APPROACH TO GOVERNING AI]</a:t>
            </a:r>
          </a:p>
          <a:p>
            <a:pPr marL="285750" indent="-285750">
              <a:buFont typeface="Arial" panose="020B0604020202020204" pitchFamily="34" charset="0"/>
              <a:buChar char="•"/>
            </a:pPr>
            <a:r>
              <a:rPr lang="en-US" dirty="0"/>
              <a:t>Ethical frameworks (including Responsible AI and AI for Good) are flexible but unenforceable.</a:t>
            </a:r>
          </a:p>
          <a:p>
            <a:pPr marL="285750" indent="-285750">
              <a:buFont typeface="Arial" panose="020B0604020202020204" pitchFamily="34" charset="0"/>
              <a:buChar char="•"/>
            </a:pPr>
            <a:r>
              <a:rPr lang="en-US" dirty="0"/>
              <a:t>Human rights framework – also flexible but legally obligatory; a bridge between ethical frameworks and legal regulation.</a:t>
            </a:r>
          </a:p>
          <a:p>
            <a:endParaRPr lang="en-US" dirty="0"/>
          </a:p>
          <a:p>
            <a:endParaRPr lang="en-US" dirty="0"/>
          </a:p>
        </p:txBody>
      </p:sp>
      <p:sp>
        <p:nvSpPr>
          <p:cNvPr id="20" name="Text Placeholder 3">
            <a:extLst>
              <a:ext uri="{FF2B5EF4-FFF2-40B4-BE49-F238E27FC236}">
                <a16:creationId xmlns:a16="http://schemas.microsoft.com/office/drawing/2014/main" id="{32005A28-96F4-B705-25FA-DAD045E18715}"/>
              </a:ext>
            </a:extLst>
          </p:cNvPr>
          <p:cNvSpPr>
            <a:spLocks noGrp="1"/>
          </p:cNvSpPr>
          <p:nvPr>
            <p:ph type="body" sz="quarter" idx="13"/>
          </p:nvPr>
        </p:nvSpPr>
        <p:spPr>
          <a:xfrm>
            <a:off x="5971075" y="224500"/>
            <a:ext cx="4795985" cy="3553682"/>
          </a:xfrm>
        </p:spPr>
        <p:txBody>
          <a:bodyPr/>
          <a:lstStyle/>
          <a:p>
            <a:r>
              <a:rPr lang="en-US" dirty="0"/>
              <a:t>[AI’S ISSUES ARE HUMAN RIGHTS ISSUES]</a:t>
            </a:r>
          </a:p>
          <a:p>
            <a:r>
              <a:rPr lang="en-US" dirty="0"/>
              <a:t>AI affects our human rights.</a:t>
            </a:r>
          </a:p>
          <a:p>
            <a:pPr marL="285750" indent="-285750">
              <a:buFont typeface="Arial" panose="020B0604020202020204" pitchFamily="34" charset="0"/>
              <a:buChar char="•"/>
            </a:pPr>
            <a:r>
              <a:rPr lang="en-US" dirty="0"/>
              <a:t>Not unique to AI: The advancement of Science and Technology affects our human rights. </a:t>
            </a:r>
          </a:p>
          <a:p>
            <a:pPr marL="285750" indent="-285750">
              <a:buFont typeface="Arial" panose="020B0604020202020204" pitchFamily="34" charset="0"/>
              <a:buChar char="•"/>
            </a:pPr>
            <a:r>
              <a:rPr lang="en-US" dirty="0"/>
              <a:t>Example of Science and HR synergies: advances in medicine affect the right to health; information technology changed our media of communications and affected our right to free speech</a:t>
            </a:r>
          </a:p>
          <a:p>
            <a:pPr marL="285750" indent="-285750">
              <a:buFont typeface="Arial" panose="020B0604020202020204" pitchFamily="34" charset="0"/>
              <a:buChar char="•"/>
            </a:pPr>
            <a:r>
              <a:rPr lang="en-US" dirty="0"/>
              <a:t>Advantage of human rights language over ethics: human rights are </a:t>
            </a:r>
            <a:r>
              <a:rPr lang="en-US" i="1" dirty="0"/>
              <a:t>legal</a:t>
            </a:r>
            <a:r>
              <a:rPr lang="en-US" dirty="0"/>
              <a:t> concepts. </a:t>
            </a:r>
          </a:p>
        </p:txBody>
      </p:sp>
      <p:sp>
        <p:nvSpPr>
          <p:cNvPr id="22" name="Text Placeholder 4">
            <a:extLst>
              <a:ext uri="{FF2B5EF4-FFF2-40B4-BE49-F238E27FC236}">
                <a16:creationId xmlns:a16="http://schemas.microsoft.com/office/drawing/2014/main" id="{234DDC6D-E3D6-F123-5E2C-7A60E012931C}"/>
              </a:ext>
            </a:extLst>
          </p:cNvPr>
          <p:cNvSpPr>
            <a:spLocks noGrp="1"/>
          </p:cNvSpPr>
          <p:nvPr>
            <p:ph type="body" sz="quarter" idx="12"/>
          </p:nvPr>
        </p:nvSpPr>
        <p:spPr>
          <a:xfrm>
            <a:off x="302870" y="1255522"/>
            <a:ext cx="5020282" cy="1824298"/>
          </a:xfrm>
          <a:prstGeom prst="wedgeRoundRectCallout">
            <a:avLst>
              <a:gd name="adj1" fmla="val 44515"/>
              <a:gd name="adj2" fmla="val 78513"/>
              <a:gd name="adj3" fmla="val 16667"/>
            </a:avLst>
          </a:prstGeom>
        </p:spPr>
        <p:txBody>
          <a:bodyPr/>
          <a:lstStyle/>
          <a:p>
            <a:r>
              <a:rPr lang="en-US" b="1" dirty="0"/>
              <a:t>[AI HAS ETHICAL AND SOCIAL ISSUES] </a:t>
            </a:r>
          </a:p>
          <a:p>
            <a:r>
              <a:rPr lang="en-US" dirty="0"/>
              <a:t>AI is affecting our experience of: privacy, sense of individual autonomy, job security, online safety … all of which are aspects of “human dignity” that underpin various </a:t>
            </a:r>
            <a:r>
              <a:rPr lang="en-US" i="1" dirty="0"/>
              <a:t>human rights…</a:t>
            </a:r>
          </a:p>
          <a:p>
            <a:endParaRPr lang="en-US" dirty="0"/>
          </a:p>
        </p:txBody>
      </p:sp>
      <p:sp>
        <p:nvSpPr>
          <p:cNvPr id="9" name="Title 8">
            <a:extLst>
              <a:ext uri="{FF2B5EF4-FFF2-40B4-BE49-F238E27FC236}">
                <a16:creationId xmlns:a16="http://schemas.microsoft.com/office/drawing/2014/main" id="{466B6B35-8110-84FA-D7D0-E308D92BFA4B}"/>
              </a:ext>
            </a:extLst>
          </p:cNvPr>
          <p:cNvSpPr>
            <a:spLocks noGrp="1"/>
          </p:cNvSpPr>
          <p:nvPr>
            <p:ph type="title"/>
          </p:nvPr>
        </p:nvSpPr>
        <p:spPr>
          <a:xfrm>
            <a:off x="0" y="288924"/>
            <a:ext cx="6898594" cy="772922"/>
          </a:xfrm>
        </p:spPr>
        <p:txBody>
          <a:bodyPr>
            <a:normAutofit/>
          </a:bodyPr>
          <a:lstStyle/>
          <a:p>
            <a:r>
              <a:rPr lang="en-US" sz="3400" dirty="0"/>
              <a:t>Human Rights and AI Regulation</a:t>
            </a:r>
          </a:p>
        </p:txBody>
      </p:sp>
      <p:sp>
        <p:nvSpPr>
          <p:cNvPr id="6" name="Slide Number Placeholder 5">
            <a:extLst>
              <a:ext uri="{FF2B5EF4-FFF2-40B4-BE49-F238E27FC236}">
                <a16:creationId xmlns:a16="http://schemas.microsoft.com/office/drawing/2014/main" id="{C033DCED-4C52-3F84-12CE-DD3CED53782D}"/>
              </a:ext>
            </a:extLst>
          </p:cNvPr>
          <p:cNvSpPr>
            <a:spLocks noGrp="1"/>
          </p:cNvSpPr>
          <p:nvPr>
            <p:ph type="sldNum" sz="quarter" idx="16"/>
          </p:nvPr>
        </p:nvSpPr>
        <p:spPr>
          <a:xfrm>
            <a:off x="242888" y="6265863"/>
            <a:ext cx="576262" cy="247650"/>
          </a:xfrm>
        </p:spPr>
        <p:txBody>
          <a:bodyPr anchor="ctr">
            <a:normAutofit/>
          </a:bodyPr>
          <a:lstStyle/>
          <a:p>
            <a:pPr>
              <a:lnSpc>
                <a:spcPct val="90000"/>
              </a:lnSpc>
              <a:spcAft>
                <a:spcPts val="600"/>
              </a:spcAft>
              <a:defRPr/>
            </a:pPr>
            <a:fld id="{F43108A5-B469-744D-B162-95630A35DC90}" type="slidenum">
              <a:rPr lang="en-GB" sz="1100" smtClean="0"/>
              <a:pPr>
                <a:lnSpc>
                  <a:spcPct val="90000"/>
                </a:lnSpc>
                <a:spcAft>
                  <a:spcPts val="600"/>
                </a:spcAft>
                <a:defRPr/>
              </a:pPr>
              <a:t>2</a:t>
            </a:fld>
            <a:endParaRPr lang="en-GB" sz="1100"/>
          </a:p>
        </p:txBody>
      </p:sp>
      <p:sp>
        <p:nvSpPr>
          <p:cNvPr id="7" name="Footer Placeholder 6">
            <a:extLst>
              <a:ext uri="{FF2B5EF4-FFF2-40B4-BE49-F238E27FC236}">
                <a16:creationId xmlns:a16="http://schemas.microsoft.com/office/drawing/2014/main" id="{1410971B-0C45-29A3-D05E-8FF4C0A0344F}"/>
              </a:ext>
            </a:extLst>
          </p:cNvPr>
          <p:cNvSpPr>
            <a:spLocks noGrp="1"/>
          </p:cNvSpPr>
          <p:nvPr>
            <p:ph type="ftr" sz="quarter" idx="17"/>
          </p:nvPr>
        </p:nvSpPr>
        <p:spPr>
          <a:xfrm>
            <a:off x="242888" y="6538913"/>
            <a:ext cx="3382962" cy="247650"/>
          </a:xfrm>
        </p:spPr>
        <p:txBody>
          <a:bodyPr anchor="ctr">
            <a:normAutofit/>
          </a:bodyPr>
          <a:lstStyle/>
          <a:p>
            <a:pPr>
              <a:spcAft>
                <a:spcPts val="600"/>
              </a:spcAft>
              <a:defRPr/>
            </a:pPr>
            <a:r>
              <a:rPr lang="en-AU"/>
              <a:t>Deakin University CRICOS Provider Code: 00113B</a:t>
            </a:r>
            <a:endParaRPr lang="en-GB"/>
          </a:p>
        </p:txBody>
      </p:sp>
    </p:spTree>
    <p:extLst>
      <p:ext uri="{BB962C8B-B14F-4D97-AF65-F5344CB8AC3E}">
        <p14:creationId xmlns:p14="http://schemas.microsoft.com/office/powerpoint/2010/main" val="1014991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C06645-80A5-8B8E-F14B-9D3B0044BC0D}"/>
              </a:ext>
            </a:extLst>
          </p:cNvPr>
          <p:cNvSpPr/>
          <p:nvPr/>
        </p:nvSpPr>
        <p:spPr>
          <a:xfrm>
            <a:off x="0" y="13225"/>
            <a:ext cx="12191634" cy="6858000"/>
          </a:xfrm>
          <a:prstGeom prst="rect">
            <a:avLst/>
          </a:prstGeom>
          <a:noFill/>
          <a:ln w="9525">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16520" rtl="0" eaLnBrk="1" fontAlgn="auto" latinLnBrk="0" hangingPunct="1">
              <a:lnSpc>
                <a:spcPct val="100000"/>
              </a:lnSpc>
              <a:spcBef>
                <a:spcPts val="0"/>
              </a:spcBef>
              <a:spcAft>
                <a:spcPts val="0"/>
              </a:spcAft>
              <a:buClrTx/>
              <a:buSzTx/>
              <a:buFontTx/>
              <a:buNone/>
              <a:tabLst/>
              <a:defRPr/>
            </a:pPr>
            <a:endParaRPr kumimoji="0" lang="en-AU" sz="1246"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 name="Rectangle 186">
            <a:extLst>
              <a:ext uri="{FF2B5EF4-FFF2-40B4-BE49-F238E27FC236}">
                <a16:creationId xmlns:a16="http://schemas.microsoft.com/office/drawing/2014/main" id="{C8B89E0B-4622-ED3C-9B38-3131E71BD064}"/>
              </a:ext>
            </a:extLst>
          </p:cNvPr>
          <p:cNvSpPr/>
          <p:nvPr/>
        </p:nvSpPr>
        <p:spPr>
          <a:xfrm>
            <a:off x="3926802" y="406796"/>
            <a:ext cx="8058949" cy="3876735"/>
          </a:xfrm>
          <a:prstGeom prst="rect">
            <a:avLst/>
          </a:prstGeom>
          <a:solidFill>
            <a:schemeClr val="bg1">
              <a:lumMod val="95000"/>
            </a:schemeClr>
          </a:solidFill>
          <a:ln>
            <a:solidFill>
              <a:srgbClr val="51B9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16520" rtl="0" eaLnBrk="1" fontAlgn="auto" latinLnBrk="0" hangingPunct="1">
              <a:lnSpc>
                <a:spcPct val="100000"/>
              </a:lnSpc>
              <a:spcBef>
                <a:spcPts val="0"/>
              </a:spcBef>
              <a:spcAft>
                <a:spcPts val="0"/>
              </a:spcAft>
              <a:buClrTx/>
              <a:buSzTx/>
              <a:buFontTx/>
              <a:buNone/>
              <a:tabLst/>
              <a:defRPr/>
            </a:pPr>
            <a:endParaRPr kumimoji="0" lang="en-AU" sz="1246"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TextBox 117">
            <a:extLst>
              <a:ext uri="{FF2B5EF4-FFF2-40B4-BE49-F238E27FC236}">
                <a16:creationId xmlns:a16="http://schemas.microsoft.com/office/drawing/2014/main" id="{8B91287E-9684-72C6-42DA-8934E0182BDA}"/>
              </a:ext>
            </a:extLst>
          </p:cNvPr>
          <p:cNvSpPr txBox="1"/>
          <p:nvPr/>
        </p:nvSpPr>
        <p:spPr>
          <a:xfrm>
            <a:off x="434464" y="550757"/>
            <a:ext cx="2984107" cy="888686"/>
          </a:xfrm>
          <a:prstGeom prst="rect">
            <a:avLst/>
          </a:prstGeom>
          <a:solidFill>
            <a:srgbClr val="51B9A3"/>
          </a:solidFill>
          <a:ln>
            <a:noFill/>
          </a:ln>
          <a:effectLst>
            <a:outerShdw blurRad="50800" dist="38100" dir="5400000" algn="t" rotWithShape="0">
              <a:prstClr val="black">
                <a:alpha val="40000"/>
              </a:prstClr>
            </a:outerShdw>
          </a:effectLst>
        </p:spPr>
        <p:txBody>
          <a:bodyPr wrap="square" lIns="49846" tIns="36000" rIns="49846" bIns="24923" anchor="ctr" anchorCtr="0">
            <a:noAutofit/>
          </a:bodyPr>
          <a:lstStyle/>
          <a:p>
            <a:pPr marL="0" marR="0" lvl="0" indent="0" algn="ctr" defTabSz="316520" rtl="0" eaLnBrk="1" fontAlgn="auto" latinLnBrk="0" hangingPunct="1">
              <a:lnSpc>
                <a:spcPts val="2146"/>
              </a:lnSpc>
              <a:spcBef>
                <a:spcPts val="0"/>
              </a:spcBef>
              <a:spcAft>
                <a:spcPts val="0"/>
              </a:spcAft>
              <a:buClrTx/>
              <a:buSzTx/>
              <a:buFontTx/>
              <a:buNone/>
              <a:tabLst/>
              <a:defRPr/>
            </a:pPr>
            <a:r>
              <a:rPr kumimoji="0" lang="en-US" sz="1938" b="1" i="0" u="none" strike="noStrike" kern="1200" cap="none" spc="42" normalizeH="0" baseline="0" noProof="0" dirty="0">
                <a:ln>
                  <a:noFill/>
                </a:ln>
                <a:solidFill>
                  <a:prstClr val="white"/>
                </a:solidFill>
                <a:effectLst/>
                <a:uLnTx/>
                <a:uFillTx/>
                <a:latin typeface="Calibri" panose="020F0502020204030204"/>
                <a:ea typeface="+mn-ea"/>
                <a:cs typeface="Calibri" panose="020F0502020204030204" pitchFamily="34" charset="0"/>
              </a:rPr>
              <a:t>A HUMAN RIGHT TO AI: </a:t>
            </a:r>
          </a:p>
          <a:p>
            <a:pPr marL="0" marR="0" lvl="0" indent="0" algn="ctr" defTabSz="316520" rtl="0" eaLnBrk="1" fontAlgn="auto" latinLnBrk="0" hangingPunct="1">
              <a:lnSpc>
                <a:spcPts val="2146"/>
              </a:lnSpc>
              <a:spcBef>
                <a:spcPts val="0"/>
              </a:spcBef>
              <a:spcAft>
                <a:spcPts val="0"/>
              </a:spcAft>
              <a:buClrTx/>
              <a:buSzTx/>
              <a:buFontTx/>
              <a:buNone/>
              <a:tabLst/>
              <a:defRPr/>
            </a:pPr>
            <a:r>
              <a:rPr kumimoji="0" lang="en-US" sz="1938" b="1" i="1" u="none" strike="noStrike" kern="1200" cap="none" spc="42" normalizeH="0" baseline="0" noProof="0" dirty="0">
                <a:ln>
                  <a:noFill/>
                </a:ln>
                <a:solidFill>
                  <a:prstClr val="white"/>
                </a:solidFill>
                <a:effectLst/>
                <a:uLnTx/>
                <a:uFillTx/>
                <a:latin typeface="Calibri" panose="020F0502020204030204"/>
                <a:ea typeface="+mn-ea"/>
                <a:cs typeface="Calibri" panose="020F0502020204030204" pitchFamily="34" charset="0"/>
              </a:rPr>
              <a:t>AI should serve humanity/human rights</a:t>
            </a:r>
          </a:p>
        </p:txBody>
      </p:sp>
      <p:sp>
        <p:nvSpPr>
          <p:cNvPr id="111" name="TextBox 110">
            <a:extLst>
              <a:ext uri="{FF2B5EF4-FFF2-40B4-BE49-F238E27FC236}">
                <a16:creationId xmlns:a16="http://schemas.microsoft.com/office/drawing/2014/main" id="{C5F8E0AB-85AA-CFA0-8591-177157FFD3B5}"/>
              </a:ext>
            </a:extLst>
          </p:cNvPr>
          <p:cNvSpPr txBox="1"/>
          <p:nvPr/>
        </p:nvSpPr>
        <p:spPr>
          <a:xfrm>
            <a:off x="3916037" y="103029"/>
            <a:ext cx="8074677" cy="314872"/>
          </a:xfrm>
          <a:prstGeom prst="rect">
            <a:avLst/>
          </a:prstGeom>
          <a:solidFill>
            <a:srgbClr val="51B9A3"/>
          </a:solidFill>
          <a:effectLst>
            <a:outerShdw blurRad="50800" dist="38100" dir="5400000" algn="t" rotWithShape="0">
              <a:prstClr val="black">
                <a:alpha val="40000"/>
              </a:prstClr>
            </a:outerShdw>
          </a:effectLst>
        </p:spPr>
        <p:txBody>
          <a:bodyPr wrap="square" lIns="49846" tIns="36000" rIns="49846" bIns="24923" anchor="ctr" anchorCtr="0">
            <a:noAutofit/>
          </a:bodyPr>
          <a:lstStyle/>
          <a:p>
            <a:pPr marL="0" marR="0" lvl="0" indent="0" algn="ctr" defTabSz="316520" rtl="0" eaLnBrk="1" fontAlgn="auto" latinLnBrk="0" hangingPunct="1">
              <a:lnSpc>
                <a:spcPts val="2146"/>
              </a:lnSpc>
              <a:spcBef>
                <a:spcPts val="0"/>
              </a:spcBef>
              <a:spcAft>
                <a:spcPts val="0"/>
              </a:spcAft>
              <a:buClrTx/>
              <a:buSzTx/>
              <a:buFontTx/>
              <a:buNone/>
              <a:tabLst/>
              <a:defRPr/>
            </a:pPr>
            <a:r>
              <a:rPr kumimoji="0" lang="en-US" sz="1938" b="1" i="0" u="none" strike="noStrike" kern="1200" cap="none" spc="42" normalizeH="0" baseline="0" noProof="0" dirty="0">
                <a:ln>
                  <a:noFill/>
                </a:ln>
                <a:solidFill>
                  <a:prstClr val="white"/>
                </a:solidFill>
                <a:effectLst/>
                <a:uLnTx/>
                <a:uFillTx/>
                <a:latin typeface="Calibri" panose="020F0502020204030204"/>
                <a:ea typeface="+mn-ea"/>
                <a:cs typeface="Calibri" panose="020F0502020204030204" pitchFamily="34" charset="0"/>
              </a:rPr>
              <a:t>HUMAN RIGHTS</a:t>
            </a:r>
          </a:p>
        </p:txBody>
      </p:sp>
      <p:sp>
        <p:nvSpPr>
          <p:cNvPr id="115" name="TextBox 114">
            <a:extLst>
              <a:ext uri="{FF2B5EF4-FFF2-40B4-BE49-F238E27FC236}">
                <a16:creationId xmlns:a16="http://schemas.microsoft.com/office/drawing/2014/main" id="{DC8DE1E9-ECDF-D879-EAD9-C7F746AB7FA7}"/>
              </a:ext>
            </a:extLst>
          </p:cNvPr>
          <p:cNvSpPr txBox="1"/>
          <p:nvPr/>
        </p:nvSpPr>
        <p:spPr>
          <a:xfrm>
            <a:off x="3923012" y="497587"/>
            <a:ext cx="8062739" cy="180000"/>
          </a:xfrm>
          <a:prstGeom prst="rect">
            <a:avLst/>
          </a:prstGeom>
          <a:solidFill>
            <a:schemeClr val="tx1">
              <a:lumMod val="50000"/>
              <a:lumOff val="50000"/>
            </a:schemeClr>
          </a:solidFill>
          <a:ln>
            <a:solidFill>
              <a:srgbClr val="7F7F7F"/>
            </a:solidFill>
          </a:ln>
          <a:effectLst>
            <a:outerShdw blurRad="50800" dist="38100" dir="5400000" algn="t" rotWithShape="0">
              <a:prstClr val="black">
                <a:alpha val="40000"/>
              </a:prstClr>
            </a:outerShdw>
          </a:effectLst>
        </p:spPr>
        <p:txBody>
          <a:bodyPr wrap="square" lIns="576000" tIns="36000" rIns="498462" bIns="36000" anchor="ctr" anchorCtr="1">
            <a:noAutofit/>
          </a:bodyPr>
          <a:lstStyle>
            <a:defPPr>
              <a:defRPr lang="en-US"/>
            </a:defPPr>
            <a:lvl1pPr marR="0" lvl="0" indent="0" algn="ctr" defTabSz="316520" fontAlgn="auto">
              <a:lnSpc>
                <a:spcPct val="100000"/>
              </a:lnSpc>
              <a:spcBef>
                <a:spcPts val="0"/>
              </a:spcBef>
              <a:spcAft>
                <a:spcPts val="415"/>
              </a:spcAft>
              <a:buClrTx/>
              <a:buSzTx/>
              <a:buFontTx/>
              <a:buNone/>
              <a:tabLst/>
              <a:defRPr kumimoji="0" sz="1108" b="1" i="0" u="none" strike="noStrike" cap="all" spc="42" normalizeH="0" baseline="0">
                <a:ln>
                  <a:noFill/>
                </a:ln>
                <a:solidFill>
                  <a:prstClr val="white"/>
                </a:solidFill>
                <a:effectLst/>
                <a:uLnTx/>
                <a:uFillTx/>
                <a:latin typeface="Calibri" panose="020F0502020204030204"/>
                <a:cs typeface="Calibri" panose="020F0502020204030204" pitchFamily="34" charset="0"/>
              </a:defRPr>
            </a:lvl1pPr>
          </a:lstStyle>
          <a:p>
            <a:pPr marL="0" marR="0" lvl="0" indent="0" algn="ctr" defTabSz="316520" rtl="0" eaLnBrk="1" fontAlgn="auto" latinLnBrk="0" hangingPunct="1">
              <a:lnSpc>
                <a:spcPct val="100000"/>
              </a:lnSpc>
              <a:spcBef>
                <a:spcPts val="0"/>
              </a:spcBef>
              <a:spcAft>
                <a:spcPts val="415"/>
              </a:spcAft>
              <a:buClrTx/>
              <a:buSzTx/>
              <a:buFontTx/>
              <a:buNone/>
              <a:tabLst/>
              <a:defRPr/>
            </a:pPr>
            <a:r>
              <a:rPr lang="en-US" dirty="0"/>
              <a:t>”</a:t>
            </a:r>
            <a:r>
              <a:rPr kumimoji="0" lang="en-US" sz="1108" b="1" i="0" u="none" strike="noStrike" kern="1200" cap="all" spc="42" normalizeH="0" baseline="0" noProof="0" dirty="0">
                <a:ln>
                  <a:noFill/>
                </a:ln>
                <a:solidFill>
                  <a:prstClr val="white"/>
                </a:solidFill>
                <a:effectLst/>
                <a:uLnTx/>
                <a:uFillTx/>
                <a:latin typeface="Calibri" panose="020F0502020204030204"/>
                <a:ea typeface="+mn-ea"/>
                <a:cs typeface="Calibri" panose="020F0502020204030204" pitchFamily="34" charset="0"/>
              </a:rPr>
              <a:t>HUMAN DIGNITY”</a:t>
            </a:r>
          </a:p>
        </p:txBody>
      </p:sp>
      <p:sp>
        <p:nvSpPr>
          <p:cNvPr id="119" name="TextBox 118">
            <a:extLst>
              <a:ext uri="{FF2B5EF4-FFF2-40B4-BE49-F238E27FC236}">
                <a16:creationId xmlns:a16="http://schemas.microsoft.com/office/drawing/2014/main" id="{3A4A058C-3209-D440-25AB-734C706C9F4F}"/>
              </a:ext>
            </a:extLst>
          </p:cNvPr>
          <p:cNvSpPr txBox="1"/>
          <p:nvPr/>
        </p:nvSpPr>
        <p:spPr>
          <a:xfrm>
            <a:off x="4101642" y="1609189"/>
            <a:ext cx="1794461" cy="2468229"/>
          </a:xfrm>
          <a:prstGeom prst="rect">
            <a:avLst/>
          </a:prstGeom>
          <a:solidFill>
            <a:schemeClr val="bg1"/>
          </a:solidFill>
          <a:ln>
            <a:solidFill>
              <a:srgbClr val="E7792B"/>
            </a:solidFill>
          </a:ln>
        </p:spPr>
        <p:txBody>
          <a:bodyPr wrap="square" lIns="49846" tIns="274154" rIns="74769" bIns="24923" rtlCol="0">
            <a:noAutofit/>
          </a:bodyPr>
          <a:lstStyle/>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lang="en-US" sz="1108" b="1" dirty="0">
                <a:solidFill>
                  <a:prstClr val="black">
                    <a:lumMod val="65000"/>
                    <a:lumOff val="35000"/>
                  </a:prstClr>
                </a:solidFill>
                <a:latin typeface="Calibri" panose="020F0502020204030204"/>
              </a:rPr>
              <a:t>Not to be deprived of life or liberty without legal process (criminal process rights)</a:t>
            </a:r>
            <a:endPar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Not to be tortured</a:t>
            </a:r>
            <a:r>
              <a:rPr kumimoji="0" lang="en-US" sz="1108"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 </a:t>
            </a:r>
          </a:p>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Privacy </a:t>
            </a:r>
          </a:p>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Freedom of speech/expression and information</a:t>
            </a:r>
          </a:p>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lang="en-US" sz="1108" b="1" dirty="0">
                <a:solidFill>
                  <a:prstClr val="black">
                    <a:lumMod val="65000"/>
                    <a:lumOff val="35000"/>
                  </a:prstClr>
                </a:solidFill>
                <a:latin typeface="Calibri" panose="020F0502020204030204"/>
              </a:rPr>
              <a:t>Non-discrimination on basis of race, gender, etc.</a:t>
            </a:r>
            <a:endParaRPr kumimoji="0" lang="en-US" sz="1108"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123" name="TextBox 122">
            <a:extLst>
              <a:ext uri="{FF2B5EF4-FFF2-40B4-BE49-F238E27FC236}">
                <a16:creationId xmlns:a16="http://schemas.microsoft.com/office/drawing/2014/main" id="{D337F80C-27E0-665F-4030-CD5E823459F3}"/>
              </a:ext>
            </a:extLst>
          </p:cNvPr>
          <p:cNvSpPr txBox="1"/>
          <p:nvPr/>
        </p:nvSpPr>
        <p:spPr>
          <a:xfrm>
            <a:off x="8043178" y="1442231"/>
            <a:ext cx="1777837" cy="783971"/>
          </a:xfrm>
          <a:prstGeom prst="rect">
            <a:avLst/>
          </a:prstGeom>
          <a:solidFill>
            <a:schemeClr val="bg1"/>
          </a:solidFill>
          <a:ln>
            <a:solidFill>
              <a:srgbClr val="E7792B"/>
            </a:solidFill>
          </a:ln>
        </p:spPr>
        <p:txBody>
          <a:bodyPr wrap="square" lIns="49846" tIns="274154" rIns="74769" bIns="24923" rtlCol="0" anchor="t">
            <a:noAutofit/>
          </a:bodyPr>
          <a:lstStyle>
            <a:defPPr>
              <a:defRPr lang="en-US"/>
            </a:defPPr>
            <a:lvl1pPr marL="216000" indent="-144000">
              <a:spcBef>
                <a:spcPts val="600"/>
              </a:spcBef>
              <a:buFont typeface="Arial" panose="020B0604020202020204" pitchFamily="34" charset="0"/>
              <a:buChar char="•"/>
              <a:defRPr sz="1400" b="1">
                <a:solidFill>
                  <a:schemeClr val="tx1">
                    <a:lumMod val="65000"/>
                    <a:lumOff val="35000"/>
                  </a:schemeClr>
                </a:solidFill>
              </a:defRPr>
            </a:lvl1pPr>
          </a:lstStyle>
          <a:p>
            <a:pPr marL="149537" marR="0" lvl="0" indent="-99691" algn="l" defTabSz="316520" rtl="0" eaLnBrk="1" fontAlgn="auto" latinLnBrk="0" hangingPunct="1">
              <a:lnSpc>
                <a:spcPts val="1177"/>
              </a:lnSpc>
              <a:spcBef>
                <a:spcPts val="415"/>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Indigenous rights</a:t>
            </a:r>
          </a:p>
          <a:p>
            <a:pPr marL="149537" marR="0" lvl="0" indent="-99691" algn="l" defTabSz="316520" rtl="0" eaLnBrk="1" fontAlgn="auto" latinLnBrk="0" hangingPunct="1">
              <a:lnSpc>
                <a:spcPts val="1177"/>
              </a:lnSpc>
              <a:spcBef>
                <a:spcPts val="415"/>
              </a:spcBef>
              <a:spcAft>
                <a:spcPts val="0"/>
              </a:spcAft>
              <a:buClrTx/>
              <a:buSzTx/>
              <a:buFont typeface="Arial" panose="020B0604020202020204" pitchFamily="34" charset="0"/>
              <a:buChar char="•"/>
              <a:tabLst/>
              <a:defRPr/>
            </a:pPr>
            <a:r>
              <a:rPr lang="en-US" sz="1108" dirty="0">
                <a:solidFill>
                  <a:prstClr val="black">
                    <a:lumMod val="65000"/>
                    <a:lumOff val="35000"/>
                  </a:prstClr>
                </a:solidFill>
                <a:latin typeface="Calibri" panose="020F0502020204030204"/>
              </a:rPr>
              <a:t>Right to development</a:t>
            </a:r>
            <a:endPar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a:p>
            <a:pPr marL="149537" marR="0" lvl="0" indent="-99691" algn="l" defTabSz="316520" rtl="0" eaLnBrk="1" fontAlgn="auto" latinLnBrk="0" hangingPunct="1">
              <a:lnSpc>
                <a:spcPts val="1177"/>
              </a:lnSpc>
              <a:spcBef>
                <a:spcPts val="415"/>
              </a:spcBef>
              <a:spcAft>
                <a:spcPts val="0"/>
              </a:spcAft>
              <a:buClrTx/>
              <a:buSzTx/>
              <a:buFont typeface="Arial" panose="020B0604020202020204" pitchFamily="34" charset="0"/>
              <a:buChar char="•"/>
              <a:tabLst/>
              <a:defRPr/>
            </a:pPr>
            <a:endParaRPr kumimoji="0" lang="en-US" sz="1108"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125" name="TextBox 124">
            <a:extLst>
              <a:ext uri="{FF2B5EF4-FFF2-40B4-BE49-F238E27FC236}">
                <a16:creationId xmlns:a16="http://schemas.microsoft.com/office/drawing/2014/main" id="{B0E5B0BE-BAC2-64F4-70A5-89F90373F6CE}"/>
              </a:ext>
            </a:extLst>
          </p:cNvPr>
          <p:cNvSpPr txBox="1"/>
          <p:nvPr/>
        </p:nvSpPr>
        <p:spPr>
          <a:xfrm>
            <a:off x="9944653" y="1320876"/>
            <a:ext cx="1787725" cy="2322434"/>
          </a:xfrm>
          <a:prstGeom prst="rect">
            <a:avLst/>
          </a:prstGeom>
          <a:solidFill>
            <a:schemeClr val="bg1"/>
          </a:solidFill>
          <a:ln>
            <a:solidFill>
              <a:srgbClr val="E7792B"/>
            </a:solidFill>
          </a:ln>
        </p:spPr>
        <p:txBody>
          <a:bodyPr wrap="square" lIns="49846" tIns="274154" rIns="63305" bIns="24923" rtlCol="0" anchor="t">
            <a:noAutofit/>
          </a:bodyPr>
          <a:lstStyle>
            <a:defPPr>
              <a:defRPr lang="en-US"/>
            </a:defPPr>
            <a:lvl1pPr marL="216000" indent="-144000">
              <a:spcBef>
                <a:spcPts val="600"/>
              </a:spcBef>
              <a:buFont typeface="Arial" panose="020B0604020202020204" pitchFamily="34" charset="0"/>
              <a:buChar char="•"/>
              <a:defRPr sz="1400" b="1">
                <a:solidFill>
                  <a:schemeClr val="tx1">
                    <a:lumMod val="65000"/>
                    <a:lumOff val="35000"/>
                  </a:schemeClr>
                </a:solidFill>
              </a:defRPr>
            </a:lvl1pPr>
          </a:lstStyle>
          <a:p>
            <a:pPr marL="50116" marR="0" lvl="0" indent="0" algn="l" defTabSz="316520" rtl="0" eaLnBrk="1" fontAlgn="auto" latinLnBrk="0" hangingPunct="1">
              <a:lnSpc>
                <a:spcPts val="1177"/>
              </a:lnSpc>
              <a:spcBef>
                <a:spcPts val="831"/>
              </a:spcBef>
              <a:spcAft>
                <a:spcPts val="0"/>
              </a:spcAft>
              <a:buClrTx/>
              <a:buSzTx/>
              <a:buNone/>
              <a:tabLst/>
              <a:defRPr/>
            </a:pPr>
            <a:r>
              <a:rPr kumimoji="0" lang="en-US" sz="1108" b="1" i="1"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Science should serve humanity/human rights</a:t>
            </a:r>
          </a:p>
          <a:p>
            <a:pPr marL="149468" marR="0" lvl="0" indent="-99352"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Implied aspect: To be protected from harmful applications of science </a:t>
            </a:r>
          </a:p>
          <a:p>
            <a:pPr marL="149468" marR="0" lvl="0" indent="-99352"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To </a:t>
            </a:r>
            <a:r>
              <a:rPr lang="en-US" sz="1108" dirty="0">
                <a:solidFill>
                  <a:prstClr val="black">
                    <a:lumMod val="65000"/>
                    <a:lumOff val="35000"/>
                  </a:prstClr>
                </a:solidFill>
                <a:latin typeface="Calibri" panose="020F0502020204030204"/>
              </a:rPr>
              <a:t>enjoy the benefits of scientific progress and its applications</a:t>
            </a:r>
            <a:endPar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a:p>
            <a:pPr marL="149468" marR="0" lvl="0" indent="-99352"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To participate in science</a:t>
            </a:r>
            <a:endParaRPr lang="en-US" sz="1108" dirty="0">
              <a:solidFill>
                <a:prstClr val="black">
                  <a:lumMod val="65000"/>
                  <a:lumOff val="35000"/>
                </a:prstClr>
              </a:solidFill>
              <a:latin typeface="Calibri" panose="020F0502020204030204"/>
            </a:endParaRPr>
          </a:p>
        </p:txBody>
      </p:sp>
      <p:sp>
        <p:nvSpPr>
          <p:cNvPr id="127" name="TextBox 126">
            <a:extLst>
              <a:ext uri="{FF2B5EF4-FFF2-40B4-BE49-F238E27FC236}">
                <a16:creationId xmlns:a16="http://schemas.microsoft.com/office/drawing/2014/main" id="{70FFD063-A6B7-BAB3-E389-F59EFB564B9A}"/>
              </a:ext>
            </a:extLst>
          </p:cNvPr>
          <p:cNvSpPr txBox="1"/>
          <p:nvPr/>
        </p:nvSpPr>
        <p:spPr>
          <a:xfrm>
            <a:off x="6082373" y="1498298"/>
            <a:ext cx="1787725" cy="2322433"/>
          </a:xfrm>
          <a:prstGeom prst="rect">
            <a:avLst/>
          </a:prstGeom>
          <a:solidFill>
            <a:schemeClr val="bg1"/>
          </a:solidFill>
          <a:ln>
            <a:solidFill>
              <a:srgbClr val="E7792B"/>
            </a:solidFill>
          </a:ln>
        </p:spPr>
        <p:txBody>
          <a:bodyPr wrap="square" lIns="49846" tIns="274154" rIns="74769" bIns="24923" rtlCol="0" anchor="t">
            <a:noAutofit/>
          </a:bodyPr>
          <a:lstStyle>
            <a:defPPr>
              <a:defRPr lang="en-US"/>
            </a:defPPr>
            <a:lvl1pPr marL="216000" indent="-144000">
              <a:spcBef>
                <a:spcPts val="600"/>
              </a:spcBef>
              <a:buFont typeface="Arial" panose="020B0604020202020204" pitchFamily="34" charset="0"/>
              <a:buChar char="•"/>
              <a:defRPr sz="1400" b="1">
                <a:solidFill>
                  <a:schemeClr val="tx1">
                    <a:lumMod val="65000"/>
                    <a:lumOff val="35000"/>
                  </a:schemeClr>
                </a:solidFill>
              </a:defRPr>
            </a:lvl1pPr>
          </a:lstStyle>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Social protection system against unemployment, sickness, etc.</a:t>
            </a:r>
          </a:p>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Work-related rights</a:t>
            </a:r>
          </a:p>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Health </a:t>
            </a:r>
          </a:p>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Education</a:t>
            </a:r>
          </a:p>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Adequate Standard of Living</a:t>
            </a:r>
          </a:p>
          <a:p>
            <a:pPr marL="149537" marR="0" lvl="0" indent="-99691" algn="l" defTabSz="316520" rtl="0" eaLnBrk="1" fontAlgn="auto" latinLnBrk="0" hangingPunct="1">
              <a:lnSpc>
                <a:spcPts val="1177"/>
              </a:lnSpc>
              <a:spcBef>
                <a:spcPts val="831"/>
              </a:spcBef>
              <a:spcAft>
                <a:spcPts val="0"/>
              </a:spcAft>
              <a:buClrTx/>
              <a:buSzTx/>
              <a:buFont typeface="Arial" panose="020B0604020202020204" pitchFamily="34" charset="0"/>
              <a:buChar char="•"/>
              <a:tabLst/>
              <a:defRPr/>
            </a:pPr>
            <a:r>
              <a:rPr lang="en-US" sz="1108" dirty="0">
                <a:solidFill>
                  <a:prstClr val="black">
                    <a:lumMod val="65000"/>
                    <a:lumOff val="35000"/>
                  </a:prstClr>
                </a:solidFill>
                <a:latin typeface="Calibri" panose="020F0502020204030204"/>
              </a:rPr>
              <a:t>Culture and the Arts</a:t>
            </a:r>
            <a:endParaRPr kumimoji="0" lang="en-US" sz="1108" b="1"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128" name="Rectangle 127">
            <a:extLst>
              <a:ext uri="{FF2B5EF4-FFF2-40B4-BE49-F238E27FC236}">
                <a16:creationId xmlns:a16="http://schemas.microsoft.com/office/drawing/2014/main" id="{33EBC9A4-52D8-73AF-3F33-1BF0AA16B77C}"/>
              </a:ext>
            </a:extLst>
          </p:cNvPr>
          <p:cNvSpPr/>
          <p:nvPr/>
        </p:nvSpPr>
        <p:spPr>
          <a:xfrm>
            <a:off x="6062272" y="730052"/>
            <a:ext cx="1787725" cy="430254"/>
          </a:xfrm>
          <a:prstGeom prst="rect">
            <a:avLst/>
          </a:prstGeom>
          <a:solidFill>
            <a:srgbClr val="51B9A3"/>
          </a:solidFill>
          <a:effectLst>
            <a:outerShdw blurRad="50800" dist="38100" dir="5400000" algn="t" rotWithShape="0">
              <a:prstClr val="black">
                <a:alpha val="40000"/>
              </a:prstClr>
            </a:outerShdw>
          </a:effectLst>
        </p:spPr>
        <p:txBody>
          <a:bodyPr wrap="square" rIns="124615" anchor="ctr" anchorCtr="0">
            <a:noAutofit/>
          </a:bodyPr>
          <a:lstStyle/>
          <a:p>
            <a:pPr marL="0" marR="0" lvl="0" indent="0" algn="ctr" defTabSz="316520" rtl="0" eaLnBrk="1" fontAlgn="auto" latinLnBrk="0" hangingPunct="1">
              <a:lnSpc>
                <a:spcPct val="100000"/>
              </a:lnSpc>
              <a:spcBef>
                <a:spcPts val="0"/>
              </a:spcBef>
              <a:spcAft>
                <a:spcPts val="0"/>
              </a:spcAft>
              <a:buClrTx/>
              <a:buSzTx/>
              <a:buFontTx/>
              <a:buNone/>
              <a:tabLst/>
              <a:defRPr/>
            </a:pPr>
            <a:r>
              <a:rPr kumimoji="0" lang="en-US" sz="1108" b="1" i="0" u="none" strike="noStrike" kern="1200" cap="none" spc="42" normalizeH="0" baseline="0" noProof="0" dirty="0">
                <a:ln>
                  <a:noFill/>
                </a:ln>
                <a:solidFill>
                  <a:prstClr val="white"/>
                </a:solidFill>
                <a:effectLst/>
                <a:uLnTx/>
                <a:uFillTx/>
                <a:latin typeface="Calibri" panose="020F0502020204030204"/>
                <a:ea typeface="+mn-ea"/>
                <a:cs typeface="Calibri" panose="020F0502020204030204" pitchFamily="34" charset="0"/>
              </a:rPr>
              <a:t>ECONOMIC, SOCIAL AND CULTURAL</a:t>
            </a:r>
            <a:endParaRPr kumimoji="0" lang="en-AU" sz="1108" b="1" i="0" u="none" strike="noStrike" kern="1200" cap="none" spc="42" normalizeH="0" baseline="0" noProof="0" dirty="0">
              <a:ln>
                <a:noFill/>
              </a:ln>
              <a:solidFill>
                <a:prstClr val="white"/>
              </a:solidFill>
              <a:effectLst/>
              <a:uLnTx/>
              <a:uFillTx/>
              <a:latin typeface="Calibri" panose="020F0502020204030204"/>
              <a:ea typeface="+mn-ea"/>
              <a:cs typeface="Calibri" panose="020F0502020204030204" pitchFamily="34" charset="0"/>
            </a:endParaRPr>
          </a:p>
        </p:txBody>
      </p:sp>
      <p:sp>
        <p:nvSpPr>
          <p:cNvPr id="129" name="Rectangle 128">
            <a:extLst>
              <a:ext uri="{FF2B5EF4-FFF2-40B4-BE49-F238E27FC236}">
                <a16:creationId xmlns:a16="http://schemas.microsoft.com/office/drawing/2014/main" id="{36F994A6-A0C6-B9FC-34F9-8AFA7F08829C}"/>
              </a:ext>
            </a:extLst>
          </p:cNvPr>
          <p:cNvSpPr/>
          <p:nvPr/>
        </p:nvSpPr>
        <p:spPr>
          <a:xfrm>
            <a:off x="8029418" y="744501"/>
            <a:ext cx="1791498" cy="180000"/>
          </a:xfrm>
          <a:prstGeom prst="rect">
            <a:avLst/>
          </a:prstGeom>
          <a:solidFill>
            <a:srgbClr val="63CBC1"/>
          </a:solidFill>
          <a:effectLst>
            <a:outerShdw blurRad="50800" dist="38100" dir="5400000" algn="t" rotWithShape="0">
              <a:prstClr val="black">
                <a:alpha val="40000"/>
              </a:prstClr>
            </a:outerShdw>
          </a:effectLst>
        </p:spPr>
        <p:txBody>
          <a:bodyPr wrap="square" lIns="63305" tIns="31652" rIns="124615" bIns="31652" anchor="ctr" anchorCtr="0">
            <a:noAutofit/>
          </a:bodyPr>
          <a:lstStyle/>
          <a:p>
            <a:pPr marL="0" marR="0" lvl="0" indent="0" algn="ctr" defTabSz="316520" rtl="0" eaLnBrk="1" fontAlgn="auto" latinLnBrk="0" hangingPunct="1">
              <a:lnSpc>
                <a:spcPct val="100000"/>
              </a:lnSpc>
              <a:spcBef>
                <a:spcPts val="0"/>
              </a:spcBef>
              <a:spcAft>
                <a:spcPts val="0"/>
              </a:spcAft>
              <a:buClrTx/>
              <a:buSzTx/>
              <a:buFontTx/>
              <a:buNone/>
              <a:tabLst/>
              <a:defRPr/>
            </a:pPr>
            <a:r>
              <a:rPr kumimoji="0" lang="en-US" sz="1108" b="1" i="0" u="none" strike="noStrike" kern="1200" cap="none" spc="42" normalizeH="0" baseline="0" noProof="0" dirty="0">
                <a:ln>
                  <a:noFill/>
                </a:ln>
                <a:solidFill>
                  <a:prstClr val="white"/>
                </a:solidFill>
                <a:effectLst/>
                <a:uLnTx/>
                <a:uFillTx/>
                <a:latin typeface="Calibri" panose="020F0502020204030204"/>
                <a:ea typeface="+mn-ea"/>
                <a:cs typeface="Calibri"/>
              </a:rPr>
              <a:t>GROUP RIGHTS</a:t>
            </a:r>
            <a:endParaRPr kumimoji="0" lang="en-AU" sz="1108" b="1" i="0" u="none" strike="noStrike" kern="1200" cap="none" spc="42" normalizeH="0" baseline="0" noProof="0" dirty="0">
              <a:ln>
                <a:noFill/>
              </a:ln>
              <a:solidFill>
                <a:prstClr val="white"/>
              </a:solidFill>
              <a:effectLst/>
              <a:uLnTx/>
              <a:uFillTx/>
              <a:latin typeface="Calibri" panose="020F0502020204030204"/>
              <a:ea typeface="+mn-ea"/>
              <a:cs typeface="Calibri" panose="020F0502020204030204" pitchFamily="34" charset="0"/>
            </a:endParaRPr>
          </a:p>
        </p:txBody>
      </p:sp>
      <p:sp>
        <p:nvSpPr>
          <p:cNvPr id="130" name="Rectangle 129">
            <a:extLst>
              <a:ext uri="{FF2B5EF4-FFF2-40B4-BE49-F238E27FC236}">
                <a16:creationId xmlns:a16="http://schemas.microsoft.com/office/drawing/2014/main" id="{7A5EB59E-CDAF-88D1-89E7-49973A4C7355}"/>
              </a:ext>
            </a:extLst>
          </p:cNvPr>
          <p:cNvSpPr/>
          <p:nvPr/>
        </p:nvSpPr>
        <p:spPr>
          <a:xfrm>
            <a:off x="4116721" y="732211"/>
            <a:ext cx="1802811" cy="180000"/>
          </a:xfrm>
          <a:prstGeom prst="rect">
            <a:avLst/>
          </a:prstGeom>
          <a:solidFill>
            <a:srgbClr val="63CBC1"/>
          </a:solidFill>
          <a:effectLst>
            <a:outerShdw blurRad="50800" dist="38100" dir="5400000" algn="t" rotWithShape="0">
              <a:prstClr val="black">
                <a:alpha val="40000"/>
              </a:prstClr>
            </a:outerShdw>
          </a:effectLst>
        </p:spPr>
        <p:txBody>
          <a:bodyPr wrap="square" lIns="63305" tIns="31652" rIns="124615" bIns="31652" anchor="ctr" anchorCtr="0">
            <a:noAutofit/>
          </a:bodyPr>
          <a:lstStyle/>
          <a:p>
            <a:pPr marL="0" marR="0" lvl="0" indent="0" algn="ctr" defTabSz="316520" rtl="0" eaLnBrk="1" fontAlgn="auto" latinLnBrk="0" hangingPunct="1">
              <a:lnSpc>
                <a:spcPct val="100000"/>
              </a:lnSpc>
              <a:spcBef>
                <a:spcPts val="0"/>
              </a:spcBef>
              <a:spcAft>
                <a:spcPts val="0"/>
              </a:spcAft>
              <a:buClrTx/>
              <a:buSzTx/>
              <a:buFontTx/>
              <a:buNone/>
              <a:tabLst/>
              <a:defRPr/>
            </a:pPr>
            <a:r>
              <a:rPr kumimoji="0" lang="en-US" sz="1108" b="1" i="0" u="none" strike="noStrike" kern="1200" cap="none" spc="42" normalizeH="0" baseline="0" noProof="0" dirty="0">
                <a:ln>
                  <a:noFill/>
                </a:ln>
                <a:solidFill>
                  <a:prstClr val="white"/>
                </a:solidFill>
                <a:effectLst/>
                <a:uLnTx/>
                <a:uFillTx/>
                <a:latin typeface="Calibri" panose="020F0502020204030204"/>
                <a:ea typeface="+mn-ea"/>
                <a:cs typeface="Calibri"/>
              </a:rPr>
              <a:t>CIVIL AND POLITICAL </a:t>
            </a:r>
            <a:endParaRPr kumimoji="0" lang="en-US" sz="1108" b="1" i="0" u="none" strike="noStrike" kern="1200" cap="none" spc="42" normalizeH="0" baseline="0" noProof="0" dirty="0">
              <a:ln>
                <a:noFill/>
              </a:ln>
              <a:solidFill>
                <a:prstClr val="white"/>
              </a:solidFill>
              <a:effectLst/>
              <a:uLnTx/>
              <a:uFillTx/>
              <a:latin typeface="Calibri" panose="020F0502020204030204"/>
              <a:ea typeface="+mn-ea"/>
              <a:cs typeface="Calibri" panose="020F0502020204030204" pitchFamily="34" charset="0"/>
            </a:endParaRPr>
          </a:p>
        </p:txBody>
      </p:sp>
      <p:sp>
        <p:nvSpPr>
          <p:cNvPr id="168" name="Rectangle 167">
            <a:extLst>
              <a:ext uri="{FF2B5EF4-FFF2-40B4-BE49-F238E27FC236}">
                <a16:creationId xmlns:a16="http://schemas.microsoft.com/office/drawing/2014/main" id="{6F878E48-9C46-30F9-9E01-42DFB17B30A8}"/>
              </a:ext>
            </a:extLst>
          </p:cNvPr>
          <p:cNvSpPr/>
          <p:nvPr/>
        </p:nvSpPr>
        <p:spPr>
          <a:xfrm>
            <a:off x="4101642" y="936690"/>
            <a:ext cx="1809304" cy="667490"/>
          </a:xfrm>
          <a:prstGeom prst="rect">
            <a:avLst/>
          </a:prstGeom>
          <a:solidFill>
            <a:schemeClr val="accent2"/>
          </a:solidFill>
          <a:ln>
            <a:noFill/>
          </a:ln>
        </p:spPr>
        <p:txBody>
          <a:bodyPr wrap="square" rIns="124615" anchor="ctr" anchorCtr="0">
            <a:spAutoFit/>
          </a:bodyPr>
          <a:lstStyle/>
          <a:p>
            <a:pPr marL="0" marR="0" lvl="0" indent="0" algn="ctr" defTabSz="316520" rtl="0" eaLnBrk="1" fontAlgn="auto" latinLnBrk="0" hangingPunct="1">
              <a:lnSpc>
                <a:spcPct val="100000"/>
              </a:lnSpc>
              <a:spcBef>
                <a:spcPts val="0"/>
              </a:spcBef>
              <a:spcAft>
                <a:spcPts val="0"/>
              </a:spcAft>
              <a:buClrTx/>
              <a:buSzTx/>
              <a:buFontTx/>
              <a:buNone/>
              <a:tabLst/>
              <a:defRPr/>
            </a:pPr>
            <a:r>
              <a:rPr kumimoji="0" lang="en-US" sz="1246" b="1" i="0" u="none" strike="noStrike" kern="1200" cap="none" spc="69" normalizeH="0" baseline="0" noProof="0" dirty="0">
                <a:ln>
                  <a:noFill/>
                </a:ln>
                <a:solidFill>
                  <a:prstClr val="white"/>
                </a:solidFill>
                <a:effectLst/>
                <a:uLnTx/>
                <a:uFillTx/>
                <a:latin typeface="Calibri" panose="020F0502020204030204"/>
                <a:ea typeface="+mn-ea"/>
                <a:cs typeface="Calibri" panose="020F0502020204030204" pitchFamily="34" charset="0"/>
              </a:rPr>
              <a:t>LIFE, BODILY INTEGRITY, LIBERTY, SAFETY</a:t>
            </a:r>
            <a:endParaRPr kumimoji="0" lang="en-AU" sz="1246" b="1" i="0" u="none" strike="noStrike" kern="1200" cap="none" spc="69" normalizeH="0" baseline="0" noProof="0" dirty="0">
              <a:ln>
                <a:noFill/>
              </a:ln>
              <a:solidFill>
                <a:prstClr val="white"/>
              </a:solidFill>
              <a:effectLst/>
              <a:uLnTx/>
              <a:uFillTx/>
              <a:latin typeface="Calibri" panose="020F0502020204030204"/>
              <a:ea typeface="+mn-ea"/>
              <a:cs typeface="Calibri" panose="020F0502020204030204" pitchFamily="34" charset="0"/>
            </a:endParaRPr>
          </a:p>
        </p:txBody>
      </p:sp>
      <p:sp>
        <p:nvSpPr>
          <p:cNvPr id="169" name="Rectangle 168">
            <a:extLst>
              <a:ext uri="{FF2B5EF4-FFF2-40B4-BE49-F238E27FC236}">
                <a16:creationId xmlns:a16="http://schemas.microsoft.com/office/drawing/2014/main" id="{3F7E880A-4237-E0E8-3B5C-476183E0981F}"/>
              </a:ext>
            </a:extLst>
          </p:cNvPr>
          <p:cNvSpPr/>
          <p:nvPr/>
        </p:nvSpPr>
        <p:spPr>
          <a:xfrm>
            <a:off x="6062272" y="1194631"/>
            <a:ext cx="1801132" cy="284052"/>
          </a:xfrm>
          <a:prstGeom prst="rect">
            <a:avLst/>
          </a:prstGeom>
          <a:solidFill>
            <a:schemeClr val="accent2"/>
          </a:solidFill>
          <a:ln>
            <a:noFill/>
          </a:ln>
        </p:spPr>
        <p:txBody>
          <a:bodyPr wrap="square" rIns="124615" anchor="ctr" anchorCtr="0">
            <a:spAutoFit/>
          </a:bodyPr>
          <a:lstStyle/>
          <a:p>
            <a:pPr marL="0" marR="0" lvl="0" indent="0" algn="ctr" defTabSz="316520" rtl="0" eaLnBrk="1" fontAlgn="auto" latinLnBrk="0" hangingPunct="1">
              <a:lnSpc>
                <a:spcPct val="100000"/>
              </a:lnSpc>
              <a:spcBef>
                <a:spcPts val="0"/>
              </a:spcBef>
              <a:spcAft>
                <a:spcPts val="0"/>
              </a:spcAft>
              <a:buClrTx/>
              <a:buSzTx/>
              <a:buFontTx/>
              <a:buNone/>
              <a:tabLst/>
              <a:defRPr/>
            </a:pPr>
            <a:r>
              <a:rPr kumimoji="0" lang="en-US" sz="1246" b="1" i="0" u="none" strike="noStrike" kern="1200" cap="none" spc="69" normalizeH="0" baseline="0" noProof="0" dirty="0">
                <a:ln>
                  <a:noFill/>
                </a:ln>
                <a:solidFill>
                  <a:prstClr val="white"/>
                </a:solidFill>
                <a:effectLst/>
                <a:uLnTx/>
                <a:uFillTx/>
                <a:latin typeface="Calibri" panose="020F0502020204030204"/>
                <a:ea typeface="+mn-ea"/>
                <a:cs typeface="Calibri" panose="020F0502020204030204" pitchFamily="34" charset="0"/>
              </a:rPr>
              <a:t>WELFARE</a:t>
            </a:r>
            <a:endParaRPr kumimoji="0" lang="en-AU" sz="1246" b="1" i="0" u="none" strike="noStrike" kern="1200" cap="none" spc="69" normalizeH="0" baseline="0" noProof="0" dirty="0">
              <a:ln>
                <a:noFill/>
              </a:ln>
              <a:solidFill>
                <a:prstClr val="white"/>
              </a:solidFill>
              <a:effectLst/>
              <a:uLnTx/>
              <a:uFillTx/>
              <a:latin typeface="Calibri" panose="020F0502020204030204"/>
              <a:ea typeface="+mn-ea"/>
              <a:cs typeface="Calibri" panose="020F0502020204030204" pitchFamily="34" charset="0"/>
            </a:endParaRPr>
          </a:p>
        </p:txBody>
      </p:sp>
      <p:sp>
        <p:nvSpPr>
          <p:cNvPr id="170" name="Rectangle 169">
            <a:extLst>
              <a:ext uri="{FF2B5EF4-FFF2-40B4-BE49-F238E27FC236}">
                <a16:creationId xmlns:a16="http://schemas.microsoft.com/office/drawing/2014/main" id="{5CC48493-39EF-36B4-DB23-D962CBC2301C}"/>
              </a:ext>
            </a:extLst>
          </p:cNvPr>
          <p:cNvSpPr/>
          <p:nvPr/>
        </p:nvSpPr>
        <p:spPr>
          <a:xfrm>
            <a:off x="8033191" y="963672"/>
            <a:ext cx="1787725" cy="475771"/>
          </a:xfrm>
          <a:prstGeom prst="rect">
            <a:avLst/>
          </a:prstGeom>
          <a:solidFill>
            <a:schemeClr val="accent2"/>
          </a:solidFill>
          <a:ln>
            <a:noFill/>
          </a:ln>
        </p:spPr>
        <p:txBody>
          <a:bodyPr wrap="square" rIns="124615" anchor="ctr" anchorCtr="0">
            <a:spAutoFit/>
          </a:bodyPr>
          <a:lstStyle/>
          <a:p>
            <a:pPr marL="0" marR="0" lvl="0" indent="0" algn="ctr" defTabSz="316520" rtl="0" eaLnBrk="1" fontAlgn="auto" latinLnBrk="0" hangingPunct="1">
              <a:lnSpc>
                <a:spcPct val="100000"/>
              </a:lnSpc>
              <a:spcBef>
                <a:spcPts val="0"/>
              </a:spcBef>
              <a:spcAft>
                <a:spcPts val="0"/>
              </a:spcAft>
              <a:buClrTx/>
              <a:buSzTx/>
              <a:buFontTx/>
              <a:buNone/>
              <a:tabLst/>
              <a:defRPr/>
            </a:pPr>
            <a:r>
              <a:rPr kumimoji="0" lang="en-US" sz="1246" b="1" i="0" u="none" strike="noStrike" kern="1200" cap="none" spc="69" normalizeH="0" baseline="0" noProof="0" dirty="0">
                <a:ln>
                  <a:noFill/>
                </a:ln>
                <a:solidFill>
                  <a:prstClr val="white"/>
                </a:solidFill>
                <a:effectLst/>
                <a:uLnTx/>
                <a:uFillTx/>
                <a:latin typeface="Calibri" panose="020F0502020204030204"/>
                <a:ea typeface="+mn-ea"/>
                <a:cs typeface="Calibri" panose="020F0502020204030204" pitchFamily="34" charset="0"/>
              </a:rPr>
              <a:t>SELF-DETERMINATION</a:t>
            </a:r>
            <a:endParaRPr kumimoji="0" lang="en-AU" sz="1246" b="1" i="0" u="none" strike="noStrike" kern="1200" cap="none" spc="69" normalizeH="0" baseline="0" noProof="0" dirty="0">
              <a:ln>
                <a:noFill/>
              </a:ln>
              <a:solidFill>
                <a:prstClr val="white"/>
              </a:solidFill>
              <a:effectLst/>
              <a:uLnTx/>
              <a:uFillTx/>
              <a:latin typeface="Calibri" panose="020F0502020204030204"/>
              <a:ea typeface="+mn-ea"/>
              <a:cs typeface="Calibri" panose="020F0502020204030204" pitchFamily="34" charset="0"/>
            </a:endParaRPr>
          </a:p>
        </p:txBody>
      </p:sp>
      <p:sp>
        <p:nvSpPr>
          <p:cNvPr id="171" name="Rectangle 170">
            <a:extLst>
              <a:ext uri="{FF2B5EF4-FFF2-40B4-BE49-F238E27FC236}">
                <a16:creationId xmlns:a16="http://schemas.microsoft.com/office/drawing/2014/main" id="{67864191-F5F2-4904-DE03-907633891FDB}"/>
              </a:ext>
            </a:extLst>
          </p:cNvPr>
          <p:cNvSpPr/>
          <p:nvPr/>
        </p:nvSpPr>
        <p:spPr>
          <a:xfrm>
            <a:off x="9937917" y="1018280"/>
            <a:ext cx="1794461" cy="284052"/>
          </a:xfrm>
          <a:prstGeom prst="rect">
            <a:avLst/>
          </a:prstGeom>
          <a:solidFill>
            <a:schemeClr val="accent2"/>
          </a:solidFill>
          <a:ln>
            <a:noFill/>
          </a:ln>
        </p:spPr>
        <p:txBody>
          <a:bodyPr wrap="square" rIns="124615" anchor="ctr" anchorCtr="0">
            <a:spAutoFit/>
          </a:bodyPr>
          <a:lstStyle/>
          <a:p>
            <a:pPr marL="0" marR="0" lvl="0" indent="0" algn="ctr" defTabSz="316520" rtl="0" eaLnBrk="1" fontAlgn="auto" latinLnBrk="0" hangingPunct="1">
              <a:lnSpc>
                <a:spcPct val="100000"/>
              </a:lnSpc>
              <a:spcBef>
                <a:spcPts val="0"/>
              </a:spcBef>
              <a:spcAft>
                <a:spcPts val="0"/>
              </a:spcAft>
              <a:buClrTx/>
              <a:buSzTx/>
              <a:buFontTx/>
              <a:buNone/>
              <a:tabLst/>
              <a:defRPr/>
            </a:pPr>
            <a:r>
              <a:rPr kumimoji="0" lang="en-US" sz="1246" b="1" i="0" u="none" strike="noStrike" kern="1200" cap="none" spc="69" normalizeH="0" baseline="0" noProof="0" dirty="0">
                <a:ln>
                  <a:noFill/>
                </a:ln>
                <a:solidFill>
                  <a:prstClr val="white"/>
                </a:solidFill>
                <a:effectLst/>
                <a:uLnTx/>
                <a:uFillTx/>
                <a:latin typeface="Calibri" panose="020F0502020204030204"/>
                <a:ea typeface="+mn-ea"/>
                <a:cs typeface="Calibri" panose="020F0502020204030204" pitchFamily="34" charset="0"/>
              </a:rPr>
              <a:t>SCIENCE</a:t>
            </a:r>
            <a:endParaRPr kumimoji="0" lang="en-AU" sz="1246" b="1" i="0" u="none" strike="noStrike" kern="1200" cap="none" spc="69" normalizeH="0" baseline="0" noProof="0" dirty="0">
              <a:ln>
                <a:noFill/>
              </a:ln>
              <a:solidFill>
                <a:prstClr val="white"/>
              </a:solidFill>
              <a:effectLst/>
              <a:uLnTx/>
              <a:uFillTx/>
              <a:latin typeface="Calibri" panose="020F0502020204030204"/>
              <a:ea typeface="+mn-ea"/>
              <a:cs typeface="Calibri" panose="020F0502020204030204" pitchFamily="34" charset="0"/>
            </a:endParaRPr>
          </a:p>
        </p:txBody>
      </p:sp>
      <p:sp>
        <p:nvSpPr>
          <p:cNvPr id="182" name="Rectangle 181">
            <a:extLst>
              <a:ext uri="{FF2B5EF4-FFF2-40B4-BE49-F238E27FC236}">
                <a16:creationId xmlns:a16="http://schemas.microsoft.com/office/drawing/2014/main" id="{3547ECC6-6D39-17A4-31A3-EFCBA5B9EA76}"/>
              </a:ext>
            </a:extLst>
          </p:cNvPr>
          <p:cNvSpPr/>
          <p:nvPr/>
        </p:nvSpPr>
        <p:spPr>
          <a:xfrm>
            <a:off x="9937917" y="730970"/>
            <a:ext cx="1787725" cy="262829"/>
          </a:xfrm>
          <a:prstGeom prst="rect">
            <a:avLst/>
          </a:prstGeom>
          <a:solidFill>
            <a:srgbClr val="51B9A3"/>
          </a:solidFill>
          <a:effectLst>
            <a:outerShdw blurRad="50800" dist="38100" dir="5400000" algn="t" rotWithShape="0">
              <a:prstClr val="black">
                <a:alpha val="40000"/>
              </a:prstClr>
            </a:outerShdw>
          </a:effectLst>
        </p:spPr>
        <p:txBody>
          <a:bodyPr wrap="square" lIns="124615" rIns="124615" anchor="ctr" anchorCtr="0">
            <a:spAutoFit/>
          </a:bodyPr>
          <a:lstStyle/>
          <a:p>
            <a:pPr marL="0" marR="0" lvl="0" indent="0" algn="ctr" defTabSz="316520" rtl="0" eaLnBrk="1" fontAlgn="auto" latinLnBrk="0" hangingPunct="1">
              <a:lnSpc>
                <a:spcPct val="100000"/>
              </a:lnSpc>
              <a:spcBef>
                <a:spcPts val="0"/>
              </a:spcBef>
              <a:spcAft>
                <a:spcPts val="0"/>
              </a:spcAft>
              <a:buClrTx/>
              <a:buSzTx/>
              <a:buFontTx/>
              <a:buNone/>
              <a:tabLst/>
              <a:defRPr/>
            </a:pPr>
            <a:r>
              <a:rPr kumimoji="0" lang="en-US" sz="1108" b="1" i="0" u="none" strike="noStrike" kern="1200" cap="none" spc="42" normalizeH="0" baseline="0" noProof="0" dirty="0">
                <a:ln>
                  <a:noFill/>
                </a:ln>
                <a:solidFill>
                  <a:prstClr val="white"/>
                </a:solidFill>
                <a:effectLst/>
                <a:uLnTx/>
                <a:uFillTx/>
                <a:latin typeface="Calibri" panose="020F0502020204030204"/>
                <a:ea typeface="+mn-ea"/>
                <a:cs typeface="Calibri" panose="020F0502020204030204" pitchFamily="34" charset="0"/>
              </a:rPr>
              <a:t>CROSS-CUTTING</a:t>
            </a:r>
            <a:endParaRPr kumimoji="0" lang="en-AU" sz="1108" b="1" i="0" u="none" strike="noStrike" kern="1200" cap="none" spc="42" normalizeH="0" baseline="0" noProof="0" dirty="0">
              <a:ln>
                <a:noFill/>
              </a:ln>
              <a:solidFill>
                <a:prstClr val="white"/>
              </a:solidFill>
              <a:effectLst/>
              <a:uLnTx/>
              <a:uFillTx/>
              <a:latin typeface="Calibri" panose="020F0502020204030204"/>
              <a:ea typeface="+mn-ea"/>
              <a:cs typeface="Calibri" panose="020F0502020204030204" pitchFamily="34" charset="0"/>
            </a:endParaRPr>
          </a:p>
        </p:txBody>
      </p:sp>
      <p:pic>
        <p:nvPicPr>
          <p:cNvPr id="4" name="Graphic 3" descr="Bullseye with solid fill">
            <a:extLst>
              <a:ext uri="{FF2B5EF4-FFF2-40B4-BE49-F238E27FC236}">
                <a16:creationId xmlns:a16="http://schemas.microsoft.com/office/drawing/2014/main" id="{F84FB6F8-360B-AC83-A47E-17050433343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585255" y="114525"/>
            <a:ext cx="280775" cy="280775"/>
          </a:xfrm>
          <a:prstGeom prst="rect">
            <a:avLst/>
          </a:prstGeom>
        </p:spPr>
      </p:pic>
      <p:graphicFrame>
        <p:nvGraphicFramePr>
          <p:cNvPr id="36" name="Diagram 35">
            <a:extLst>
              <a:ext uri="{FF2B5EF4-FFF2-40B4-BE49-F238E27FC236}">
                <a16:creationId xmlns:a16="http://schemas.microsoft.com/office/drawing/2014/main" id="{D808D767-C29B-2337-549B-93D6F8DA4145}"/>
              </a:ext>
            </a:extLst>
          </p:cNvPr>
          <p:cNvGraphicFramePr/>
          <p:nvPr>
            <p:extLst>
              <p:ext uri="{D42A27DB-BD31-4B8C-83A1-F6EECF244321}">
                <p14:modId xmlns:p14="http://schemas.microsoft.com/office/powerpoint/2010/main" val="3988452321"/>
              </p:ext>
            </p:extLst>
          </p:nvPr>
        </p:nvGraphicFramePr>
        <p:xfrm>
          <a:off x="434464" y="1604180"/>
          <a:ext cx="2877937" cy="31553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2" name="TextBox 31">
            <a:extLst>
              <a:ext uri="{FF2B5EF4-FFF2-40B4-BE49-F238E27FC236}">
                <a16:creationId xmlns:a16="http://schemas.microsoft.com/office/drawing/2014/main" id="{29DBD1AD-6ED0-539E-EE5A-D2AA63E52EE9}"/>
              </a:ext>
            </a:extLst>
          </p:cNvPr>
          <p:cNvSpPr txBox="1"/>
          <p:nvPr/>
        </p:nvSpPr>
        <p:spPr>
          <a:xfrm>
            <a:off x="1040130" y="2468880"/>
            <a:ext cx="237566" cy="369332"/>
          </a:xfrm>
          <a:prstGeom prst="rect">
            <a:avLst/>
          </a:prstGeom>
          <a:noFill/>
        </p:spPr>
        <p:txBody>
          <a:bodyPr wrap="none" rtlCol="0">
            <a:spAutoFit/>
          </a:bodyPr>
          <a:lstStyle/>
          <a:p>
            <a:r>
              <a:rPr lang="en-US" dirty="0"/>
              <a:t> </a:t>
            </a:r>
          </a:p>
        </p:txBody>
      </p:sp>
      <p:sp>
        <p:nvSpPr>
          <p:cNvPr id="33" name="TextBox 32">
            <a:extLst>
              <a:ext uri="{FF2B5EF4-FFF2-40B4-BE49-F238E27FC236}">
                <a16:creationId xmlns:a16="http://schemas.microsoft.com/office/drawing/2014/main" id="{FD985355-9949-D93C-78E9-18245E54DFD7}"/>
              </a:ext>
            </a:extLst>
          </p:cNvPr>
          <p:cNvSpPr txBox="1"/>
          <p:nvPr/>
        </p:nvSpPr>
        <p:spPr>
          <a:xfrm>
            <a:off x="837887" y="3468619"/>
            <a:ext cx="184731" cy="369332"/>
          </a:xfrm>
          <a:prstGeom prst="rect">
            <a:avLst/>
          </a:prstGeom>
          <a:noFill/>
        </p:spPr>
        <p:txBody>
          <a:bodyPr wrap="none" rtlCol="0">
            <a:spAutoFit/>
          </a:bodyPr>
          <a:lstStyle/>
          <a:p>
            <a:endParaRPr lang="en-US" dirty="0"/>
          </a:p>
        </p:txBody>
      </p:sp>
      <p:sp>
        <p:nvSpPr>
          <p:cNvPr id="37" name="TextBox 36">
            <a:extLst>
              <a:ext uri="{FF2B5EF4-FFF2-40B4-BE49-F238E27FC236}">
                <a16:creationId xmlns:a16="http://schemas.microsoft.com/office/drawing/2014/main" id="{EDA2F942-B6C6-C79C-09FA-FCD459479AD8}"/>
              </a:ext>
            </a:extLst>
          </p:cNvPr>
          <p:cNvSpPr txBox="1"/>
          <p:nvPr/>
        </p:nvSpPr>
        <p:spPr>
          <a:xfrm>
            <a:off x="434464" y="5048537"/>
            <a:ext cx="9454961" cy="1754326"/>
          </a:xfrm>
          <a:prstGeom prst="rect">
            <a:avLst/>
          </a:prstGeom>
          <a:noFill/>
        </p:spPr>
        <p:txBody>
          <a:bodyPr wrap="none" rtlCol="0">
            <a:spAutoFit/>
          </a:bodyPr>
          <a:lstStyle/>
          <a:p>
            <a:pPr marL="285750" indent="-285750">
              <a:buFont typeface="Arial" panose="020B0604020202020204" pitchFamily="34" charset="0"/>
              <a:buChar char="•"/>
            </a:pPr>
            <a:r>
              <a:rPr lang="en-US" dirty="0"/>
              <a:t>PROTECTION: AI that harms humans/human rights doesn’t benefit humanity and shouldn’t exist</a:t>
            </a:r>
          </a:p>
          <a:p>
            <a:pPr marL="285750" indent="-285750">
              <a:buFont typeface="Arial" panose="020B0604020202020204" pitchFamily="34" charset="0"/>
              <a:buChar char="•"/>
            </a:pPr>
            <a:r>
              <a:rPr lang="en-US" dirty="0"/>
              <a:t>BENEFIT-SHARING: AI’s benefits should be shared with everyone;</a:t>
            </a:r>
          </a:p>
          <a:p>
            <a:pPr marL="285750" indent="-285750">
              <a:buFont typeface="Arial" panose="020B0604020202020204" pitchFamily="34" charset="0"/>
              <a:buChar char="•"/>
            </a:pPr>
            <a:r>
              <a:rPr lang="en-US" dirty="0"/>
              <a:t>PARTICIPATION: Everyone should have a say in how AI is used to benefit humanity.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85792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lded Corner 13">
            <a:extLst>
              <a:ext uri="{FF2B5EF4-FFF2-40B4-BE49-F238E27FC236}">
                <a16:creationId xmlns:a16="http://schemas.microsoft.com/office/drawing/2014/main" id="{7506C8D3-38C5-D137-99CB-F2F61F702162}"/>
              </a:ext>
            </a:extLst>
          </p:cNvPr>
          <p:cNvSpPr/>
          <p:nvPr/>
        </p:nvSpPr>
        <p:spPr>
          <a:xfrm>
            <a:off x="1064871" y="3721456"/>
            <a:ext cx="6169306" cy="2222339"/>
          </a:xfrm>
          <a:prstGeom prst="foldedCorner">
            <a:avLst/>
          </a:prstGeom>
          <a:solidFill>
            <a:srgbClr val="FFFF00"/>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 name="Title 3">
            <a:extLst>
              <a:ext uri="{FF2B5EF4-FFF2-40B4-BE49-F238E27FC236}">
                <a16:creationId xmlns:a16="http://schemas.microsoft.com/office/drawing/2014/main" id="{7A49DCD3-C943-5D1B-A9CA-F2548029B9C3}"/>
              </a:ext>
            </a:extLst>
          </p:cNvPr>
          <p:cNvSpPr>
            <a:spLocks noGrp="1"/>
          </p:cNvSpPr>
          <p:nvPr>
            <p:ph type="title"/>
          </p:nvPr>
        </p:nvSpPr>
        <p:spPr/>
        <p:txBody>
          <a:bodyPr/>
          <a:lstStyle/>
          <a:p>
            <a:r>
              <a:rPr lang="en-US" b="1" dirty="0"/>
              <a:t>Science as a Human Right</a:t>
            </a:r>
          </a:p>
        </p:txBody>
      </p:sp>
      <p:sp>
        <p:nvSpPr>
          <p:cNvPr id="7" name="Text Placeholder 6">
            <a:extLst>
              <a:ext uri="{FF2B5EF4-FFF2-40B4-BE49-F238E27FC236}">
                <a16:creationId xmlns:a16="http://schemas.microsoft.com/office/drawing/2014/main" id="{7674C797-F4D4-DBA8-4CC3-EAF4760E6D7F}"/>
              </a:ext>
            </a:extLst>
          </p:cNvPr>
          <p:cNvSpPr>
            <a:spLocks noGrp="1"/>
          </p:cNvSpPr>
          <p:nvPr>
            <p:ph type="body" sz="quarter" idx="18"/>
          </p:nvPr>
        </p:nvSpPr>
        <p:spPr/>
        <p:txBody>
          <a:bodyPr/>
          <a:lstStyle/>
          <a:p>
            <a:endParaRPr lang="en-US"/>
          </a:p>
        </p:txBody>
      </p:sp>
      <p:sp>
        <p:nvSpPr>
          <p:cNvPr id="6" name="Text Placeholder 5">
            <a:extLst>
              <a:ext uri="{FF2B5EF4-FFF2-40B4-BE49-F238E27FC236}">
                <a16:creationId xmlns:a16="http://schemas.microsoft.com/office/drawing/2014/main" id="{76ED1867-2239-7FD9-6C76-6B8D4F8E4DC6}"/>
              </a:ext>
            </a:extLst>
          </p:cNvPr>
          <p:cNvSpPr>
            <a:spLocks noGrp="1"/>
          </p:cNvSpPr>
          <p:nvPr>
            <p:ph type="body" sz="quarter" idx="16"/>
          </p:nvPr>
        </p:nvSpPr>
        <p:spPr>
          <a:xfrm>
            <a:off x="1252496" y="4019309"/>
            <a:ext cx="5794056" cy="2662083"/>
          </a:xfrm>
        </p:spPr>
        <p:txBody>
          <a:bodyPr/>
          <a:lstStyle/>
          <a:p>
            <a:pPr>
              <a:lnSpc>
                <a:spcPct val="100000"/>
              </a:lnSpc>
              <a:spcBef>
                <a:spcPts val="0"/>
              </a:spcBef>
              <a:spcAft>
                <a:spcPts val="0"/>
              </a:spcAft>
            </a:pPr>
            <a:r>
              <a:rPr lang="en-US" b="1" dirty="0">
                <a:solidFill>
                  <a:sysClr val="windowText" lastClr="000000"/>
                </a:solidFill>
              </a:rPr>
              <a:t>Efforts at implementation:</a:t>
            </a:r>
          </a:p>
          <a:p>
            <a:pPr algn="ctr">
              <a:lnSpc>
                <a:spcPct val="100000"/>
              </a:lnSpc>
              <a:spcBef>
                <a:spcPts val="0"/>
              </a:spcBef>
              <a:spcAft>
                <a:spcPts val="0"/>
              </a:spcAft>
            </a:pPr>
            <a:endParaRPr lang="en-US" b="1" dirty="0">
              <a:solidFill>
                <a:sysClr val="windowText" lastClr="000000"/>
              </a:solidFill>
            </a:endParaRPr>
          </a:p>
          <a:p>
            <a:pPr marL="285750" indent="-285750">
              <a:lnSpc>
                <a:spcPct val="100000"/>
              </a:lnSpc>
              <a:spcBef>
                <a:spcPts val="0"/>
              </a:spcBef>
              <a:spcAft>
                <a:spcPts val="0"/>
              </a:spcAft>
              <a:buFont typeface="Arial" panose="020B0604020202020204" pitchFamily="34" charset="0"/>
              <a:buChar char="•"/>
            </a:pPr>
            <a:r>
              <a:rPr lang="en-US" dirty="0">
                <a:solidFill>
                  <a:sysClr val="windowText" lastClr="000000"/>
                </a:solidFill>
              </a:rPr>
              <a:t>Campaign over Access to HIV drugs</a:t>
            </a:r>
          </a:p>
          <a:p>
            <a:pPr marL="285750" indent="-285750">
              <a:lnSpc>
                <a:spcPct val="100000"/>
              </a:lnSpc>
              <a:spcBef>
                <a:spcPts val="0"/>
              </a:spcBef>
              <a:spcAft>
                <a:spcPts val="0"/>
              </a:spcAft>
              <a:buFont typeface="Arial" panose="020B0604020202020204" pitchFamily="34" charset="0"/>
              <a:buChar char="•"/>
            </a:pPr>
            <a:r>
              <a:rPr lang="en-US" dirty="0">
                <a:solidFill>
                  <a:sysClr val="windowText" lastClr="000000"/>
                </a:solidFill>
              </a:rPr>
              <a:t>UN Committee on ESCR, General Comment No. 25 (2020)</a:t>
            </a:r>
          </a:p>
          <a:p>
            <a:pPr marL="285750" indent="-285750">
              <a:lnSpc>
                <a:spcPct val="100000"/>
              </a:lnSpc>
              <a:spcBef>
                <a:spcPts val="0"/>
              </a:spcBef>
              <a:spcAft>
                <a:spcPts val="0"/>
              </a:spcAft>
              <a:buFont typeface="Arial" panose="020B0604020202020204" pitchFamily="34" charset="0"/>
              <a:buChar char="•"/>
            </a:pPr>
            <a:r>
              <a:rPr lang="en-US" dirty="0">
                <a:solidFill>
                  <a:sysClr val="windowText" lastClr="000000"/>
                </a:solidFill>
              </a:rPr>
              <a:t>Campaign over Access to COVID vaccines</a:t>
            </a:r>
          </a:p>
        </p:txBody>
      </p:sp>
      <p:pic>
        <p:nvPicPr>
          <p:cNvPr id="12" name="Picture Placeholder 11" descr="A group of people sitting at a table&#10;&#10;Description automatically generated with low confidence">
            <a:extLst>
              <a:ext uri="{FF2B5EF4-FFF2-40B4-BE49-F238E27FC236}">
                <a16:creationId xmlns:a16="http://schemas.microsoft.com/office/drawing/2014/main" id="{46CFBB2C-1396-9C01-0B3C-81A3A2BD3FDD}"/>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l="9205" r="9205"/>
          <a:stretch>
            <a:fillRect/>
          </a:stretch>
        </p:blipFill>
        <p:spPr/>
      </p:pic>
      <p:sp>
        <p:nvSpPr>
          <p:cNvPr id="10" name="Text Placeholder 9">
            <a:extLst>
              <a:ext uri="{FF2B5EF4-FFF2-40B4-BE49-F238E27FC236}">
                <a16:creationId xmlns:a16="http://schemas.microsoft.com/office/drawing/2014/main" id="{7ED244A7-FFCB-AA82-FF29-3D1A0A546813}"/>
              </a:ext>
            </a:extLst>
          </p:cNvPr>
          <p:cNvSpPr>
            <a:spLocks noGrp="1"/>
          </p:cNvSpPr>
          <p:nvPr>
            <p:ph type="body" sz="quarter" idx="14"/>
          </p:nvPr>
        </p:nvSpPr>
        <p:spPr>
          <a:xfrm>
            <a:off x="482599" y="1393824"/>
            <a:ext cx="10571224" cy="1719766"/>
          </a:xfrm>
        </p:spPr>
        <p:txBody>
          <a:bodyPr/>
          <a:lstStyle/>
          <a:p>
            <a:pPr>
              <a:lnSpc>
                <a:spcPct val="100000"/>
              </a:lnSpc>
              <a:spcBef>
                <a:spcPts val="0"/>
              </a:spcBef>
              <a:spcAft>
                <a:spcPts val="0"/>
              </a:spcAft>
            </a:pPr>
            <a:r>
              <a:rPr lang="en-US" sz="2000" i="1" u="sng" dirty="0"/>
              <a:t>Universal Declaration of Human Rights</a:t>
            </a:r>
            <a:r>
              <a:rPr lang="en-US" sz="2000" dirty="0"/>
              <a:t>:</a:t>
            </a:r>
          </a:p>
          <a:p>
            <a:pPr>
              <a:lnSpc>
                <a:spcPct val="100000"/>
              </a:lnSpc>
              <a:spcBef>
                <a:spcPts val="0"/>
              </a:spcBef>
              <a:spcAft>
                <a:spcPts val="0"/>
              </a:spcAft>
            </a:pPr>
            <a:r>
              <a:rPr lang="en-US" sz="2000" dirty="0"/>
              <a:t> Art. 27. (1) Everyone has the right … to share in scientific advancement and its benefits.</a:t>
            </a:r>
          </a:p>
          <a:p>
            <a:pPr>
              <a:lnSpc>
                <a:spcPct val="100000"/>
              </a:lnSpc>
              <a:spcBef>
                <a:spcPts val="0"/>
              </a:spcBef>
              <a:spcAft>
                <a:spcPts val="0"/>
              </a:spcAft>
            </a:pPr>
            <a:r>
              <a:rPr lang="en-US" sz="2000" i="1" u="sng" dirty="0"/>
              <a:t>International Covenant on Economic, Social and Cultural Rights:</a:t>
            </a:r>
          </a:p>
          <a:p>
            <a:pPr>
              <a:lnSpc>
                <a:spcPct val="100000"/>
              </a:lnSpc>
              <a:spcBef>
                <a:spcPts val="0"/>
              </a:spcBef>
              <a:spcAft>
                <a:spcPts val="0"/>
              </a:spcAft>
            </a:pPr>
            <a:r>
              <a:rPr lang="en-US" sz="2000" dirty="0"/>
              <a:t>Art. 15. 1. The States Parties to the present Covenant recognize the right of everyone:</a:t>
            </a:r>
          </a:p>
          <a:p>
            <a:pPr>
              <a:lnSpc>
                <a:spcPct val="100000"/>
              </a:lnSpc>
              <a:spcBef>
                <a:spcPts val="0"/>
              </a:spcBef>
              <a:spcAft>
                <a:spcPts val="0"/>
              </a:spcAft>
            </a:pPr>
            <a:r>
              <a:rPr lang="en-US" sz="2000" dirty="0"/>
              <a:t>(b) To enjoy the benefits of scientific progress and its applications</a:t>
            </a:r>
          </a:p>
          <a:p>
            <a:pPr>
              <a:lnSpc>
                <a:spcPct val="100000"/>
              </a:lnSpc>
              <a:spcBef>
                <a:spcPts val="0"/>
              </a:spcBef>
              <a:spcAft>
                <a:spcPts val="0"/>
              </a:spcAft>
            </a:pPr>
            <a:endParaRPr lang="en-US" sz="2000" dirty="0"/>
          </a:p>
        </p:txBody>
      </p:sp>
    </p:spTree>
    <p:extLst>
      <p:ext uri="{BB962C8B-B14F-4D97-AF65-F5344CB8AC3E}">
        <p14:creationId xmlns:p14="http://schemas.microsoft.com/office/powerpoint/2010/main" val="3545785637"/>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88095A15-5F98-050C-80B7-1CD1670A3E85}"/>
              </a:ext>
            </a:extLst>
          </p:cNvPr>
          <p:cNvSpPr>
            <a:spLocks noGrp="1"/>
          </p:cNvSpPr>
          <p:nvPr>
            <p:ph type="title"/>
          </p:nvPr>
        </p:nvSpPr>
        <p:spPr>
          <a:xfrm>
            <a:off x="468630" y="1663066"/>
            <a:ext cx="3855720" cy="4371974"/>
          </a:xfrm>
        </p:spPr>
        <p:txBody>
          <a:bodyPr>
            <a:normAutofit/>
          </a:bodyPr>
          <a:lstStyle/>
          <a:p>
            <a:r>
              <a:rPr lang="en-US" sz="1600" b="1" dirty="0">
                <a:solidFill>
                  <a:schemeClr val="tx2"/>
                </a:solidFill>
                <a:latin typeface="+mn-lt"/>
              </a:rPr>
              <a:t>Science should serve humanity/human rights</a:t>
            </a:r>
            <a:br>
              <a:rPr lang="en-US" sz="1600" dirty="0">
                <a:solidFill>
                  <a:schemeClr val="tx2"/>
                </a:solidFill>
                <a:latin typeface="+mn-lt"/>
              </a:rPr>
            </a:br>
            <a:br>
              <a:rPr lang="en-US" sz="1600" dirty="0">
                <a:solidFill>
                  <a:schemeClr val="tx2"/>
                </a:solidFill>
                <a:latin typeface="+mn-lt"/>
              </a:rPr>
            </a:br>
            <a:r>
              <a:rPr lang="en-US" sz="1600" dirty="0">
                <a:solidFill>
                  <a:schemeClr val="tx2"/>
                </a:solidFill>
                <a:latin typeface="+mn-lt"/>
              </a:rPr>
              <a:t>Implied aspect: To be protected from harmful applications of science </a:t>
            </a:r>
            <a:br>
              <a:rPr lang="en-US" sz="1600" dirty="0">
                <a:solidFill>
                  <a:schemeClr val="tx2"/>
                </a:solidFill>
                <a:latin typeface="+mn-lt"/>
              </a:rPr>
            </a:br>
            <a:br>
              <a:rPr lang="en-US" sz="1600" dirty="0">
                <a:solidFill>
                  <a:schemeClr val="tx2"/>
                </a:solidFill>
                <a:latin typeface="+mn-lt"/>
              </a:rPr>
            </a:br>
            <a:r>
              <a:rPr lang="en-US" sz="1600" dirty="0">
                <a:solidFill>
                  <a:schemeClr val="tx2"/>
                </a:solidFill>
                <a:latin typeface="+mn-lt"/>
              </a:rPr>
              <a:t>To enjoy the benefits of scientific progress and its applications</a:t>
            </a:r>
            <a:br>
              <a:rPr lang="en-US" sz="1600" dirty="0">
                <a:solidFill>
                  <a:schemeClr val="tx2"/>
                </a:solidFill>
                <a:latin typeface="+mn-lt"/>
              </a:rPr>
            </a:br>
            <a:br>
              <a:rPr lang="en-US" sz="1600" dirty="0">
                <a:solidFill>
                  <a:schemeClr val="tx2"/>
                </a:solidFill>
                <a:latin typeface="+mn-lt"/>
              </a:rPr>
            </a:br>
            <a:r>
              <a:rPr lang="en-US" sz="1600" dirty="0">
                <a:solidFill>
                  <a:schemeClr val="tx2"/>
                </a:solidFill>
                <a:latin typeface="+mn-lt"/>
              </a:rPr>
              <a:t>To participate in science</a:t>
            </a:r>
            <a:br>
              <a:rPr lang="en-US" sz="3600" dirty="0">
                <a:solidFill>
                  <a:schemeClr val="tx2"/>
                </a:solidFill>
              </a:rPr>
            </a:br>
            <a:br>
              <a:rPr lang="en-US" sz="3600" dirty="0">
                <a:solidFill>
                  <a:schemeClr val="tx2"/>
                </a:solidFill>
              </a:rPr>
            </a:br>
            <a:endParaRPr lang="en-US" sz="3600" dirty="0">
              <a:solidFill>
                <a:schemeClr val="tx2"/>
              </a:solidFill>
            </a:endParaRPr>
          </a:p>
        </p:txBody>
      </p:sp>
      <p:sp>
        <p:nvSpPr>
          <p:cNvPr id="3" name="Content Placeholder 2">
            <a:extLst>
              <a:ext uri="{FF2B5EF4-FFF2-40B4-BE49-F238E27FC236}">
                <a16:creationId xmlns:a16="http://schemas.microsoft.com/office/drawing/2014/main" id="{8927E7C5-4962-CF68-18CC-EE414948692C}"/>
              </a:ext>
            </a:extLst>
          </p:cNvPr>
          <p:cNvSpPr>
            <a:spLocks noGrp="1"/>
          </p:cNvSpPr>
          <p:nvPr>
            <p:ph idx="1"/>
          </p:nvPr>
        </p:nvSpPr>
        <p:spPr>
          <a:xfrm>
            <a:off x="6172200" y="804672"/>
            <a:ext cx="5221224" cy="5230368"/>
          </a:xfrm>
        </p:spPr>
        <p:txBody>
          <a:bodyPr anchor="ctr">
            <a:normAutofit/>
          </a:bodyPr>
          <a:lstStyle/>
          <a:p>
            <a:pPr marL="50116" marR="0" lvl="0" indent="0" defTabSz="316520" rtl="0" eaLnBrk="1" fontAlgn="auto" latinLnBrk="0" hangingPunct="1">
              <a:spcBef>
                <a:spcPts val="831"/>
              </a:spcBef>
              <a:spcAft>
                <a:spcPts val="0"/>
              </a:spcAft>
              <a:buClrTx/>
              <a:buSzTx/>
              <a:buNone/>
              <a:tabLst/>
              <a:defRPr/>
            </a:pPr>
            <a:endParaRPr kumimoji="0" lang="en-US" sz="1700" b="1" i="0" u="none" strike="noStrike" kern="1200" cap="none" spc="0" normalizeH="0" baseline="0" noProof="0" dirty="0">
              <a:ln>
                <a:noFill/>
              </a:ln>
              <a:solidFill>
                <a:schemeClr val="tx2"/>
              </a:solidFill>
              <a:effectLst/>
              <a:uLnTx/>
              <a:uFillTx/>
              <a:latin typeface="Calibri" panose="020F0502020204030204"/>
              <a:ea typeface="+mn-ea"/>
              <a:cs typeface="+mn-cs"/>
            </a:endParaRPr>
          </a:p>
          <a:p>
            <a:pPr marL="50116" marR="0" lvl="0" indent="0" defTabSz="316520" rtl="0" eaLnBrk="1" fontAlgn="auto" latinLnBrk="0" hangingPunct="1">
              <a:spcBef>
                <a:spcPts val="831"/>
              </a:spcBef>
              <a:spcAft>
                <a:spcPts val="0"/>
              </a:spcAft>
              <a:buClrTx/>
              <a:buSzTx/>
              <a:buNone/>
              <a:tabLst/>
              <a:defRPr/>
            </a:pPr>
            <a:r>
              <a:rPr kumimoji="0" lang="en-US" sz="1700" b="1" i="0" u="none" strike="noStrike" kern="1200" cap="none" spc="0" normalizeH="0" baseline="0" noProof="0" dirty="0">
                <a:ln>
                  <a:noFill/>
                </a:ln>
                <a:solidFill>
                  <a:schemeClr val="tx2"/>
                </a:solidFill>
                <a:effectLst/>
                <a:uLnTx/>
                <a:uFillTx/>
                <a:latin typeface="Calibri" panose="020F0502020204030204"/>
                <a:ea typeface="+mn-ea"/>
                <a:cs typeface="+mn-cs"/>
              </a:rPr>
              <a:t>Traditional areas of science and tech policy:</a:t>
            </a:r>
          </a:p>
          <a:p>
            <a:pPr marL="50116" marR="0" lvl="0" indent="0" defTabSz="316520" rtl="0" eaLnBrk="1" fontAlgn="auto" latinLnBrk="0" hangingPunct="1">
              <a:spcBef>
                <a:spcPts val="831"/>
              </a:spcBef>
              <a:spcAft>
                <a:spcPts val="0"/>
              </a:spcAft>
              <a:buClrTx/>
              <a:buSzTx/>
              <a:buNone/>
              <a:tabLst/>
              <a:defRPr/>
            </a:pPr>
            <a:endParaRPr kumimoji="0" lang="en-US" sz="1700" b="1" i="0" u="none" strike="noStrike" kern="1200" cap="none" spc="0" normalizeH="0" baseline="0" noProof="0" dirty="0">
              <a:ln>
                <a:noFill/>
              </a:ln>
              <a:solidFill>
                <a:schemeClr val="tx2"/>
              </a:solidFill>
              <a:effectLst/>
              <a:uLnTx/>
              <a:uFillTx/>
              <a:latin typeface="Calibri" panose="020F0502020204030204"/>
              <a:ea typeface="+mn-ea"/>
              <a:cs typeface="+mn-cs"/>
            </a:endParaRPr>
          </a:p>
          <a:p>
            <a:pPr marL="221566" marR="0" lvl="0" indent="-171450" defTabSz="316520" rtl="0" eaLnBrk="1" fontAlgn="auto" latinLnBrk="0" hangingPunct="1">
              <a:spcBef>
                <a:spcPts val="831"/>
              </a:spcBef>
              <a:spcAft>
                <a:spcPts val="0"/>
              </a:spcAft>
              <a:buClrTx/>
              <a:buSzTx/>
              <a:tabLst/>
              <a:defRPr/>
            </a:pPr>
            <a:r>
              <a:rPr lang="en-US" sz="1700" dirty="0">
                <a:solidFill>
                  <a:schemeClr val="tx2"/>
                </a:solidFill>
                <a:latin typeface="Calibri" panose="020F0502020204030204"/>
              </a:rPr>
              <a:t>Rights of scientists [x]</a:t>
            </a:r>
          </a:p>
          <a:p>
            <a:pPr marL="221566" marR="0" lvl="0" indent="-171450" defTabSz="316520" rtl="0" eaLnBrk="1" fontAlgn="auto" latinLnBrk="0" hangingPunct="1">
              <a:spcBef>
                <a:spcPts val="831"/>
              </a:spcBef>
              <a:spcAft>
                <a:spcPts val="0"/>
              </a:spcAft>
              <a:buClrTx/>
              <a:buSzTx/>
              <a:tabLst/>
              <a:defRPr/>
            </a:pPr>
            <a:r>
              <a:rPr lang="en-US" sz="1700" dirty="0">
                <a:solidFill>
                  <a:schemeClr val="tx2"/>
                </a:solidFill>
                <a:latin typeface="Calibri" panose="020F0502020204030204"/>
              </a:rPr>
              <a:t>Access to scientific knowledge [x]</a:t>
            </a:r>
          </a:p>
          <a:p>
            <a:pPr marL="221566" marR="0" lvl="0" indent="-171450" defTabSz="316520" rtl="0" eaLnBrk="1" fontAlgn="auto" latinLnBrk="0" hangingPunct="1">
              <a:spcBef>
                <a:spcPts val="831"/>
              </a:spcBef>
              <a:spcAft>
                <a:spcPts val="0"/>
              </a:spcAft>
              <a:buClrTx/>
              <a:buSzTx/>
              <a:tabLst/>
              <a:defRPr/>
            </a:pPr>
            <a:r>
              <a:rPr lang="en-US" sz="1700" dirty="0">
                <a:solidFill>
                  <a:schemeClr val="tx2"/>
                </a:solidFill>
                <a:latin typeface="Calibri" panose="020F0502020204030204"/>
              </a:rPr>
              <a:t>Structural barriers against scientists in developing countries [x]</a:t>
            </a:r>
          </a:p>
          <a:p>
            <a:pPr marL="221566" marR="0" lvl="0" indent="-171450" defTabSz="316520" rtl="0" eaLnBrk="1" fontAlgn="auto" latinLnBrk="0" hangingPunct="1">
              <a:spcBef>
                <a:spcPts val="831"/>
              </a:spcBef>
              <a:spcAft>
                <a:spcPts val="0"/>
              </a:spcAft>
              <a:buClrTx/>
              <a:buSzTx/>
              <a:tabLst/>
              <a:defRPr/>
            </a:pPr>
            <a:r>
              <a:rPr kumimoji="0" lang="en-US" sz="1700" i="0" u="none" strike="noStrike" kern="1200" cap="none" spc="0" normalizeH="0" baseline="0" noProof="0" dirty="0">
                <a:ln>
                  <a:noFill/>
                </a:ln>
                <a:solidFill>
                  <a:schemeClr val="tx2"/>
                </a:solidFill>
                <a:effectLst/>
                <a:uLnTx/>
                <a:uFillTx/>
                <a:latin typeface="Calibri" panose="020F0502020204030204"/>
                <a:ea typeface="+mn-ea"/>
                <a:cs typeface="+mn-cs"/>
              </a:rPr>
              <a:t>Public investment in science and technology [partly]</a:t>
            </a:r>
          </a:p>
          <a:p>
            <a:pPr marL="50116" marR="0" lvl="0" indent="0" defTabSz="316520" rtl="0" eaLnBrk="1" fontAlgn="auto" latinLnBrk="0" hangingPunct="1">
              <a:spcBef>
                <a:spcPts val="831"/>
              </a:spcBef>
              <a:spcAft>
                <a:spcPts val="0"/>
              </a:spcAft>
              <a:buClrTx/>
              <a:buSzTx/>
              <a:buNone/>
              <a:tabLst/>
              <a:defRPr/>
            </a:pPr>
            <a:endParaRPr kumimoji="0" lang="en-US" sz="1700" b="1" i="0" u="none" strike="noStrike" kern="1200" cap="none" spc="0" normalizeH="0" baseline="0" noProof="0" dirty="0">
              <a:ln>
                <a:noFill/>
              </a:ln>
              <a:solidFill>
                <a:schemeClr val="tx2"/>
              </a:solidFill>
              <a:effectLst/>
              <a:uLnTx/>
              <a:uFillTx/>
              <a:latin typeface="Calibri" panose="020F0502020204030204"/>
              <a:ea typeface="+mn-ea"/>
              <a:cs typeface="+mn-cs"/>
            </a:endParaRPr>
          </a:p>
          <a:p>
            <a:pPr marL="50116" marR="0" lvl="0" indent="0" defTabSz="316520" rtl="0" eaLnBrk="1" fontAlgn="auto" latinLnBrk="0" hangingPunct="1">
              <a:spcBef>
                <a:spcPts val="831"/>
              </a:spcBef>
              <a:spcAft>
                <a:spcPts val="0"/>
              </a:spcAft>
              <a:buClrTx/>
              <a:buSzTx/>
              <a:buNone/>
              <a:tabLst/>
              <a:defRPr/>
            </a:pPr>
            <a:r>
              <a:rPr lang="en-US" sz="1700" b="1" dirty="0">
                <a:solidFill>
                  <a:schemeClr val="tx2"/>
                </a:solidFill>
                <a:latin typeface="Calibri" panose="020F0502020204030204"/>
              </a:rPr>
              <a:t>New areas of policy in the age of AI:</a:t>
            </a:r>
          </a:p>
          <a:p>
            <a:pPr marL="50116" marR="0" lvl="0" indent="0" defTabSz="316520" rtl="0" eaLnBrk="1" fontAlgn="auto" latinLnBrk="0" hangingPunct="1">
              <a:spcBef>
                <a:spcPts val="831"/>
              </a:spcBef>
              <a:spcAft>
                <a:spcPts val="0"/>
              </a:spcAft>
              <a:buClrTx/>
              <a:buSzTx/>
              <a:buNone/>
              <a:tabLst/>
              <a:defRPr/>
            </a:pPr>
            <a:endParaRPr lang="en-US" sz="1700" b="1" dirty="0">
              <a:solidFill>
                <a:schemeClr val="tx2"/>
              </a:solidFill>
              <a:latin typeface="Calibri" panose="020F0502020204030204"/>
            </a:endParaRPr>
          </a:p>
          <a:p>
            <a:pPr marL="221566" indent="-171450" defTabSz="316520" eaLnBrk="1" fontAlgn="auto" hangingPunct="1">
              <a:spcBef>
                <a:spcPts val="831"/>
              </a:spcBef>
              <a:spcAft>
                <a:spcPts val="0"/>
              </a:spcAft>
              <a:defRPr/>
            </a:pPr>
            <a:r>
              <a:rPr kumimoji="0" lang="en-US" sz="1700" i="0" u="none" strike="noStrike" kern="1200" cap="none" spc="0" normalizeH="0" baseline="0" noProof="0" dirty="0">
                <a:ln>
                  <a:noFill/>
                </a:ln>
                <a:solidFill>
                  <a:schemeClr val="tx2"/>
                </a:solidFill>
                <a:effectLst/>
                <a:uLnTx/>
                <a:uFillTx/>
                <a:latin typeface="Calibri" panose="020F0502020204030204"/>
                <a:ea typeface="+mn-ea"/>
                <a:cs typeface="+mn-cs"/>
              </a:rPr>
              <a:t>Privacy as Property </a:t>
            </a:r>
          </a:p>
          <a:p>
            <a:pPr marL="221566" indent="-171450" defTabSz="316520" eaLnBrk="1" fontAlgn="auto" hangingPunct="1">
              <a:spcBef>
                <a:spcPts val="831"/>
              </a:spcBef>
              <a:spcAft>
                <a:spcPts val="0"/>
              </a:spcAft>
              <a:defRPr/>
            </a:pPr>
            <a:r>
              <a:rPr kumimoji="0" lang="en-US" sz="1700" i="0" u="none" strike="noStrike" kern="1200" cap="none" spc="0" normalizeH="0" baseline="0" noProof="0" dirty="0">
                <a:ln>
                  <a:noFill/>
                </a:ln>
                <a:solidFill>
                  <a:schemeClr val="tx2"/>
                </a:solidFill>
                <a:effectLst/>
                <a:uLnTx/>
                <a:uFillTx/>
                <a:latin typeface="Calibri" panose="020F0502020204030204"/>
                <a:ea typeface="+mn-ea"/>
                <a:cs typeface="+mn-cs"/>
              </a:rPr>
              <a:t>New forms of Taxation, e.g., data taxation</a:t>
            </a:r>
          </a:p>
          <a:p>
            <a:pPr marL="221566" indent="-171450" defTabSz="316520" eaLnBrk="1" fontAlgn="auto" hangingPunct="1">
              <a:spcBef>
                <a:spcPts val="831"/>
              </a:spcBef>
              <a:spcAft>
                <a:spcPts val="0"/>
              </a:spcAft>
              <a:defRPr/>
            </a:pPr>
            <a:r>
              <a:rPr lang="en-US" sz="1700" dirty="0">
                <a:solidFill>
                  <a:schemeClr val="tx2"/>
                </a:solidFill>
                <a:latin typeface="Calibri" panose="020F0502020204030204"/>
              </a:rPr>
              <a:t>Universal Basic Income</a:t>
            </a:r>
          </a:p>
          <a:p>
            <a:pPr marL="221566" indent="-171450" defTabSz="316520" eaLnBrk="1" fontAlgn="auto" hangingPunct="1">
              <a:spcBef>
                <a:spcPts val="831"/>
              </a:spcBef>
              <a:spcAft>
                <a:spcPts val="0"/>
              </a:spcAft>
              <a:defRPr/>
            </a:pPr>
            <a:r>
              <a:rPr lang="en-US" sz="1700" dirty="0">
                <a:solidFill>
                  <a:schemeClr val="tx2"/>
                </a:solidFill>
                <a:latin typeface="Calibri" panose="020F0502020204030204"/>
              </a:rPr>
              <a:t>Citizen Science</a:t>
            </a:r>
            <a:endParaRPr kumimoji="0" lang="en-US" sz="1700" i="0" u="none" strike="noStrike" kern="1200" cap="none" spc="0" normalizeH="0" baseline="0" noProof="0" dirty="0">
              <a:ln>
                <a:noFill/>
              </a:ln>
              <a:solidFill>
                <a:schemeClr val="tx2"/>
              </a:solidFill>
              <a:effectLst/>
              <a:uLnTx/>
              <a:uFillTx/>
              <a:latin typeface="Calibri" panose="020F0502020204030204"/>
              <a:ea typeface="+mn-ea"/>
              <a:cs typeface="+mn-cs"/>
            </a:endParaRPr>
          </a:p>
          <a:p>
            <a:pPr marL="0" indent="0">
              <a:buNone/>
            </a:pPr>
            <a:endParaRPr lang="en-US" sz="1700" dirty="0">
              <a:solidFill>
                <a:schemeClr val="tx2"/>
              </a:solidFill>
            </a:endParaRPr>
          </a:p>
        </p:txBody>
      </p:sp>
      <p:cxnSp>
        <p:nvCxnSpPr>
          <p:cNvPr id="5" name="Curved Connector 4">
            <a:extLst>
              <a:ext uri="{FF2B5EF4-FFF2-40B4-BE49-F238E27FC236}">
                <a16:creationId xmlns:a16="http://schemas.microsoft.com/office/drawing/2014/main" id="{DAE340E3-281B-0E4F-3DB5-DBCEADED18E3}"/>
              </a:ext>
            </a:extLst>
          </p:cNvPr>
          <p:cNvCxnSpPr>
            <a:cxnSpLocks/>
          </p:cNvCxnSpPr>
          <p:nvPr/>
        </p:nvCxnSpPr>
        <p:spPr>
          <a:xfrm flipV="1">
            <a:off x="4033359" y="2297430"/>
            <a:ext cx="2287431" cy="1311358"/>
          </a:xfrm>
          <a:prstGeom prst="curvedConnector3">
            <a:avLst>
              <a:gd name="adj1" fmla="val 2801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urved Connector 18">
            <a:extLst>
              <a:ext uri="{FF2B5EF4-FFF2-40B4-BE49-F238E27FC236}">
                <a16:creationId xmlns:a16="http://schemas.microsoft.com/office/drawing/2014/main" id="{EE772082-88E0-8A97-F6FE-93F406BD7FD5}"/>
              </a:ext>
            </a:extLst>
          </p:cNvPr>
          <p:cNvCxnSpPr>
            <a:cxnSpLocks/>
          </p:cNvCxnSpPr>
          <p:nvPr/>
        </p:nvCxnSpPr>
        <p:spPr>
          <a:xfrm flipV="1">
            <a:off x="2720340" y="2640330"/>
            <a:ext cx="3600450" cy="1719552"/>
          </a:xfrm>
          <a:prstGeom prst="curvedConnector3">
            <a:avLst>
              <a:gd name="adj1" fmla="val 55714"/>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Down Arrow 31">
            <a:extLst>
              <a:ext uri="{FF2B5EF4-FFF2-40B4-BE49-F238E27FC236}">
                <a16:creationId xmlns:a16="http://schemas.microsoft.com/office/drawing/2014/main" id="{D9C6AC19-3AB7-5328-C8B2-8B2E72D44506}"/>
              </a:ext>
            </a:extLst>
          </p:cNvPr>
          <p:cNvSpPr/>
          <p:nvPr/>
        </p:nvSpPr>
        <p:spPr>
          <a:xfrm>
            <a:off x="7955280" y="2766061"/>
            <a:ext cx="484632" cy="3200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6CD24820-B84F-3BAB-03B8-C7E22AC78B91}"/>
              </a:ext>
            </a:extLst>
          </p:cNvPr>
          <p:cNvCxnSpPr>
            <a:cxnSpLocks/>
          </p:cNvCxnSpPr>
          <p:nvPr/>
        </p:nvCxnSpPr>
        <p:spPr>
          <a:xfrm>
            <a:off x="3623310" y="3086100"/>
            <a:ext cx="3403357" cy="131454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EA3AB86-2F38-ED87-118C-34D0F16C1EEC}"/>
              </a:ext>
            </a:extLst>
          </p:cNvPr>
          <p:cNvCxnSpPr>
            <a:cxnSpLocks/>
          </p:cNvCxnSpPr>
          <p:nvPr/>
        </p:nvCxnSpPr>
        <p:spPr>
          <a:xfrm>
            <a:off x="4033359" y="3743373"/>
            <a:ext cx="2287431" cy="110304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AE11DC1-833A-CD38-333A-6D98BCD725E3}"/>
              </a:ext>
            </a:extLst>
          </p:cNvPr>
          <p:cNvCxnSpPr>
            <a:cxnSpLocks/>
          </p:cNvCxnSpPr>
          <p:nvPr/>
        </p:nvCxnSpPr>
        <p:spPr>
          <a:xfrm>
            <a:off x="4033054" y="3743372"/>
            <a:ext cx="2286868" cy="142154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CA1CB5A-4C2E-6E84-1309-D06FFEE5AD74}"/>
              </a:ext>
            </a:extLst>
          </p:cNvPr>
          <p:cNvCxnSpPr>
            <a:cxnSpLocks/>
          </p:cNvCxnSpPr>
          <p:nvPr/>
        </p:nvCxnSpPr>
        <p:spPr>
          <a:xfrm>
            <a:off x="2720340" y="4381849"/>
            <a:ext cx="3562875" cy="110480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1300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6DBC29-9A3B-F47B-CF81-C1AD527C3382}"/>
              </a:ext>
            </a:extLst>
          </p:cNvPr>
          <p:cNvSpPr>
            <a:spLocks noGrp="1"/>
          </p:cNvSpPr>
          <p:nvPr>
            <p:ph type="title"/>
          </p:nvPr>
        </p:nvSpPr>
        <p:spPr>
          <a:xfrm>
            <a:off x="467851" y="766917"/>
            <a:ext cx="6898594" cy="772922"/>
          </a:xfrm>
        </p:spPr>
        <p:txBody>
          <a:bodyPr/>
          <a:lstStyle/>
          <a:p>
            <a:r>
              <a:rPr lang="en-US" dirty="0"/>
              <a:t>PROTECTION FROM HARM</a:t>
            </a:r>
          </a:p>
        </p:txBody>
      </p:sp>
      <p:sp>
        <p:nvSpPr>
          <p:cNvPr id="5" name="Text Placeholder 4">
            <a:extLst>
              <a:ext uri="{FF2B5EF4-FFF2-40B4-BE49-F238E27FC236}">
                <a16:creationId xmlns:a16="http://schemas.microsoft.com/office/drawing/2014/main" id="{1A2F8186-1F7A-CC8B-2BCA-8BD2D18C05F1}"/>
              </a:ext>
            </a:extLst>
          </p:cNvPr>
          <p:cNvSpPr>
            <a:spLocks noGrp="1"/>
          </p:cNvSpPr>
          <p:nvPr>
            <p:ph type="body" sz="quarter" idx="15"/>
          </p:nvPr>
        </p:nvSpPr>
        <p:spPr>
          <a:xfrm>
            <a:off x="467850" y="247086"/>
            <a:ext cx="6898595" cy="420228"/>
          </a:xfrm>
        </p:spPr>
        <p:txBody>
          <a:bodyPr/>
          <a:lstStyle/>
          <a:p>
            <a:r>
              <a:rPr lang="en-US" i="1" dirty="0"/>
              <a:t>AI should serve humanity/human rights</a:t>
            </a:r>
          </a:p>
        </p:txBody>
      </p:sp>
      <p:sp>
        <p:nvSpPr>
          <p:cNvPr id="6" name="Text Placeholder 5">
            <a:extLst>
              <a:ext uri="{FF2B5EF4-FFF2-40B4-BE49-F238E27FC236}">
                <a16:creationId xmlns:a16="http://schemas.microsoft.com/office/drawing/2014/main" id="{4718F805-C50B-A4FE-C7EC-A598A498F0C1}"/>
              </a:ext>
            </a:extLst>
          </p:cNvPr>
          <p:cNvSpPr>
            <a:spLocks noGrp="1"/>
          </p:cNvSpPr>
          <p:nvPr>
            <p:ph type="body" sz="quarter" idx="16"/>
          </p:nvPr>
        </p:nvSpPr>
        <p:spPr>
          <a:xfrm>
            <a:off x="448800" y="1993244"/>
            <a:ext cx="10272540" cy="420229"/>
          </a:xfrm>
        </p:spPr>
        <p:txBody>
          <a:bodyPr/>
          <a:lstStyle/>
          <a:p>
            <a:pPr marL="285750" indent="-285750">
              <a:buFont typeface="Arial" panose="020B0604020202020204" pitchFamily="34" charset="0"/>
              <a:buChar char="•"/>
            </a:pPr>
            <a:r>
              <a:rPr lang="en-US" sz="2000" dirty="0"/>
              <a:t>The Right to Science implies a state duty to work against harmful applications of science, including AI.</a:t>
            </a:r>
          </a:p>
          <a:p>
            <a:endParaRPr lang="en-US" dirty="0"/>
          </a:p>
          <a:p>
            <a:endParaRPr lang="en-US" dirty="0"/>
          </a:p>
        </p:txBody>
      </p:sp>
      <p:sp>
        <p:nvSpPr>
          <p:cNvPr id="7" name="TextBox 6">
            <a:extLst>
              <a:ext uri="{FF2B5EF4-FFF2-40B4-BE49-F238E27FC236}">
                <a16:creationId xmlns:a16="http://schemas.microsoft.com/office/drawing/2014/main" id="{F89337D1-F9FA-3308-503C-760EEC07E073}"/>
              </a:ext>
            </a:extLst>
          </p:cNvPr>
          <p:cNvSpPr txBox="1"/>
          <p:nvPr/>
        </p:nvSpPr>
        <p:spPr>
          <a:xfrm>
            <a:off x="467850" y="2681103"/>
            <a:ext cx="8721870" cy="1754326"/>
          </a:xfrm>
          <a:prstGeom prst="rect">
            <a:avLst/>
          </a:prstGeom>
          <a:noFill/>
        </p:spPr>
        <p:txBody>
          <a:bodyPr wrap="square" rtlCol="0">
            <a:spAutoFit/>
          </a:bodyPr>
          <a:lstStyle/>
          <a:p>
            <a:pPr marL="285750" indent="-285750">
              <a:buFont typeface="Arial" panose="020B0604020202020204" pitchFamily="34" charset="0"/>
              <a:buChar char="•"/>
            </a:pPr>
            <a:r>
              <a:rPr lang="en-US" dirty="0"/>
              <a:t>Some of examples of legal developments in this area:</a:t>
            </a:r>
          </a:p>
          <a:p>
            <a:endParaRPr lang="en-US" dirty="0"/>
          </a:p>
          <a:p>
            <a:r>
              <a:rPr lang="en-US" dirty="0"/>
              <a:t>	- Privacy laws and their enforcement against Big Tech practices/ business model </a:t>
            </a:r>
          </a:p>
          <a:p>
            <a:r>
              <a:rPr lang="en-US" dirty="0"/>
              <a:t>	   (e.g., Cambridge Analytica cases; Meta Ireland case; Italy’s </a:t>
            </a:r>
            <a:r>
              <a:rPr lang="en-US" dirty="0" err="1"/>
              <a:t>ChatGPT</a:t>
            </a:r>
            <a:r>
              <a:rPr lang="en-US" dirty="0"/>
              <a:t> ban)</a:t>
            </a:r>
          </a:p>
          <a:p>
            <a:r>
              <a:rPr lang="en-US" dirty="0"/>
              <a:t>	- EU’s Artificial Intelligence Act </a:t>
            </a:r>
          </a:p>
          <a:p>
            <a:endParaRPr lang="en-US" dirty="0"/>
          </a:p>
        </p:txBody>
      </p:sp>
      <p:sp>
        <p:nvSpPr>
          <p:cNvPr id="2" name="Folded Corner 1">
            <a:extLst>
              <a:ext uri="{FF2B5EF4-FFF2-40B4-BE49-F238E27FC236}">
                <a16:creationId xmlns:a16="http://schemas.microsoft.com/office/drawing/2014/main" id="{C7EF86A8-408E-737C-1257-E0625E0A47C7}"/>
              </a:ext>
            </a:extLst>
          </p:cNvPr>
          <p:cNvSpPr/>
          <p:nvPr/>
        </p:nvSpPr>
        <p:spPr>
          <a:xfrm>
            <a:off x="787078" y="4354830"/>
            <a:ext cx="9934262" cy="2092269"/>
          </a:xfrm>
          <a:prstGeom prst="foldedCorner">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17EE24F-D9D9-3E94-73AD-85E7E3B09FAD}"/>
              </a:ext>
            </a:extLst>
          </p:cNvPr>
          <p:cNvSpPr txBox="1"/>
          <p:nvPr/>
        </p:nvSpPr>
        <p:spPr>
          <a:xfrm>
            <a:off x="986790" y="4354830"/>
            <a:ext cx="10218420" cy="1754326"/>
          </a:xfrm>
          <a:prstGeom prst="rect">
            <a:avLst/>
          </a:prstGeom>
          <a:noFill/>
        </p:spPr>
        <p:txBody>
          <a:bodyPr wrap="square" rtlCol="0">
            <a:spAutoFit/>
          </a:bodyPr>
          <a:lstStyle/>
          <a:p>
            <a:pPr algn="ctr"/>
            <a:r>
              <a:rPr lang="en-US" b="1" dirty="0"/>
              <a:t>What to do with Data monetization: two opposed views </a:t>
            </a:r>
          </a:p>
          <a:p>
            <a:endParaRPr lang="en-US" dirty="0"/>
          </a:p>
          <a:p>
            <a:pPr marL="285750" indent="-285750">
              <a:buFont typeface="Arial" panose="020B0604020202020204" pitchFamily="34" charset="0"/>
              <a:buChar char="•"/>
            </a:pPr>
            <a:r>
              <a:rPr lang="en-US" b="1" dirty="0" err="1"/>
              <a:t>RtS</a:t>
            </a:r>
            <a:r>
              <a:rPr lang="en-US" b="1" dirty="0"/>
              <a:t>-based</a:t>
            </a:r>
            <a:r>
              <a:rPr lang="en-US" dirty="0"/>
              <a:t>: Data monetization is harmful to privacy; Big Tech’s “surveillance capitalism” must end.</a:t>
            </a:r>
          </a:p>
          <a:p>
            <a:endParaRPr lang="en-US" dirty="0"/>
          </a:p>
          <a:p>
            <a:pPr marL="285750" indent="-285750">
              <a:buFont typeface="Arial" panose="020B0604020202020204" pitchFamily="34" charset="0"/>
              <a:buChar char="•"/>
            </a:pPr>
            <a:r>
              <a:rPr lang="en-US" b="1" dirty="0"/>
              <a:t>Non-</a:t>
            </a:r>
            <a:r>
              <a:rPr lang="en-US" b="1" dirty="0" err="1"/>
              <a:t>RtS</a:t>
            </a:r>
            <a:r>
              <a:rPr lang="en-US" b="1" dirty="0"/>
              <a:t>-based</a:t>
            </a:r>
            <a:r>
              <a:rPr lang="en-US" dirty="0"/>
              <a:t>: Data monetization and privacy can be made compatible through contractual arrangement (“data trust”) between individual data subjects and Big Tech.</a:t>
            </a:r>
          </a:p>
        </p:txBody>
      </p:sp>
    </p:spTree>
    <p:extLst>
      <p:ext uri="{BB962C8B-B14F-4D97-AF65-F5344CB8AC3E}">
        <p14:creationId xmlns:p14="http://schemas.microsoft.com/office/powerpoint/2010/main" val="3412286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F9C4A3F-2390-E77B-40DC-4C85FBB14C40}"/>
              </a:ext>
            </a:extLst>
          </p:cNvPr>
          <p:cNvSpPr>
            <a:spLocks noGrp="1"/>
          </p:cNvSpPr>
          <p:nvPr>
            <p:ph type="title"/>
          </p:nvPr>
        </p:nvSpPr>
        <p:spPr>
          <a:xfrm>
            <a:off x="482600" y="1007364"/>
            <a:ext cx="6898594" cy="772922"/>
          </a:xfrm>
        </p:spPr>
        <p:txBody>
          <a:bodyPr/>
          <a:lstStyle/>
          <a:p>
            <a:r>
              <a:rPr lang="en-US" dirty="0">
                <a:solidFill>
                  <a:schemeClr val="tx1">
                    <a:lumMod val="95000"/>
                    <a:lumOff val="5000"/>
                  </a:schemeClr>
                </a:solidFill>
              </a:rPr>
              <a:t>BENEFIT-SHARING</a:t>
            </a:r>
          </a:p>
        </p:txBody>
      </p:sp>
      <p:sp>
        <p:nvSpPr>
          <p:cNvPr id="12" name="Text Placeholder 11">
            <a:extLst>
              <a:ext uri="{FF2B5EF4-FFF2-40B4-BE49-F238E27FC236}">
                <a16:creationId xmlns:a16="http://schemas.microsoft.com/office/drawing/2014/main" id="{61FC44FD-8E63-762C-464B-66EB5A255689}"/>
              </a:ext>
            </a:extLst>
          </p:cNvPr>
          <p:cNvSpPr>
            <a:spLocks noGrp="1"/>
          </p:cNvSpPr>
          <p:nvPr>
            <p:ph type="body" sz="quarter" idx="16"/>
          </p:nvPr>
        </p:nvSpPr>
        <p:spPr>
          <a:xfrm>
            <a:off x="168121" y="1966775"/>
            <a:ext cx="11919104" cy="2924450"/>
          </a:xfrm>
        </p:spPr>
        <p:txBody>
          <a:bodyPr/>
          <a:lstStyle/>
          <a:p>
            <a:pPr marL="285750" indent="-285750">
              <a:buFont typeface="Arial" panose="020B0604020202020204" pitchFamily="34" charset="0"/>
              <a:buChar char="•"/>
            </a:pPr>
            <a:r>
              <a:rPr lang="en-US" sz="2000" dirty="0"/>
              <a:t>When corporations use AI to convert scientific knowledge into profits, the Right to Science implies a state duty to establish a benefit-sharing scheme to access such profits, such as a universal basic income funded from the taxation of tech companies.</a:t>
            </a:r>
          </a:p>
          <a:p>
            <a:pPr marL="465138" lvl="2" indent="-285750">
              <a:buFont typeface="Wingdings" pitchFamily="2" charset="2"/>
              <a:buChar char="Ø"/>
            </a:pPr>
            <a:r>
              <a:rPr lang="en-US" dirty="0"/>
              <a:t>Early examples of “benefits of scientific progress”: essential drugs and vaccines (e.g., HIV drugs); scientific knowledge.</a:t>
            </a:r>
          </a:p>
          <a:p>
            <a:pPr marL="465138" lvl="2" indent="-285750">
              <a:buFont typeface="Wingdings" pitchFamily="2" charset="2"/>
              <a:buChar char="Ø"/>
            </a:pPr>
            <a:r>
              <a:rPr lang="en-US" dirty="0"/>
              <a:t>Data </a:t>
            </a:r>
            <a:r>
              <a:rPr lang="en-US" dirty="0" err="1"/>
              <a:t>Monetisation</a:t>
            </a:r>
            <a:r>
              <a:rPr lang="en-US" dirty="0"/>
              <a:t> is an application of AI that primarily produces </a:t>
            </a:r>
            <a:r>
              <a:rPr lang="en-US" i="1" dirty="0"/>
              <a:t>monetary benefits</a:t>
            </a:r>
            <a:r>
              <a:rPr lang="en-US" dirty="0"/>
              <a:t>. </a:t>
            </a:r>
          </a:p>
          <a:p>
            <a:pPr marL="465138" lvl="2" indent="-285750">
              <a:buFont typeface="Wingdings" pitchFamily="2" charset="2"/>
              <a:buChar char="Ø"/>
            </a:pPr>
            <a:r>
              <a:rPr lang="en-US" b="1" dirty="0"/>
              <a:t>Universal Basic Income (UBI)</a:t>
            </a:r>
            <a:r>
              <a:rPr lang="en-US" dirty="0"/>
              <a:t> scheme shares monetary benefits universally, i.e., to everyone unconditionally, i.e., without need to work.</a:t>
            </a:r>
          </a:p>
          <a:p>
            <a:pPr marL="465138" lvl="2" indent="-285750">
              <a:buFont typeface="Wingdings" pitchFamily="2" charset="2"/>
              <a:buChar char="Ø"/>
            </a:pPr>
            <a:r>
              <a:rPr lang="en-US" dirty="0"/>
              <a:t>Growing evidence of effectiveness of UBI exists, but funding UBI is debated.</a:t>
            </a:r>
          </a:p>
          <a:p>
            <a:pPr marL="465138" lvl="2" indent="-285750">
              <a:buFont typeface="Wingdings" pitchFamily="2" charset="2"/>
              <a:buChar char="Ø"/>
            </a:pPr>
            <a:endParaRPr lang="en-US" dirty="0"/>
          </a:p>
          <a:p>
            <a:pPr marL="465138" lvl="2" indent="-285750">
              <a:buFont typeface="Wingdings" pitchFamily="2" charset="2"/>
              <a:buChar char="Ø"/>
            </a:pPr>
            <a:endParaRPr lang="en-US" dirty="0"/>
          </a:p>
          <a:p>
            <a:pPr marL="285750" indent="-285750">
              <a:buFont typeface="Wingdings" pitchFamily="2" charset="2"/>
              <a:buChar char="Ø"/>
            </a:pPr>
            <a:endParaRPr lang="en-US" dirty="0"/>
          </a:p>
          <a:p>
            <a:pPr marL="285750" indent="-285750">
              <a:buFont typeface="Wingdings" pitchFamily="2" charset="2"/>
              <a:buChar char="Ø"/>
            </a:pPr>
            <a:endParaRPr lang="en-US" dirty="0"/>
          </a:p>
        </p:txBody>
      </p:sp>
      <p:sp>
        <p:nvSpPr>
          <p:cNvPr id="5" name="Slide Number Placeholder 4">
            <a:extLst>
              <a:ext uri="{FF2B5EF4-FFF2-40B4-BE49-F238E27FC236}">
                <a16:creationId xmlns:a16="http://schemas.microsoft.com/office/drawing/2014/main" id="{B37A8F0E-A1AC-E151-D10C-202C1F048EEF}"/>
              </a:ext>
            </a:extLst>
          </p:cNvPr>
          <p:cNvSpPr>
            <a:spLocks noGrp="1"/>
          </p:cNvSpPr>
          <p:nvPr>
            <p:ph type="sldNum" sz="quarter" idx="17"/>
          </p:nvPr>
        </p:nvSpPr>
        <p:spPr/>
        <p:txBody>
          <a:bodyPr/>
          <a:lstStyle/>
          <a:p>
            <a:pPr>
              <a:defRPr/>
            </a:pPr>
            <a:fld id="{911357B6-3E37-E848-B6FC-95A0BBC15E6E}" type="slidenum">
              <a:rPr lang="en-GB" smtClean="0"/>
              <a:pPr>
                <a:defRPr/>
              </a:pPr>
              <a:t>7</a:t>
            </a:fld>
            <a:endParaRPr lang="en-GB"/>
          </a:p>
        </p:txBody>
      </p:sp>
      <p:sp>
        <p:nvSpPr>
          <p:cNvPr id="6" name="Footer Placeholder 5">
            <a:extLst>
              <a:ext uri="{FF2B5EF4-FFF2-40B4-BE49-F238E27FC236}">
                <a16:creationId xmlns:a16="http://schemas.microsoft.com/office/drawing/2014/main" id="{955428D8-D166-4299-FAC5-D285D38E01F1}"/>
              </a:ext>
            </a:extLst>
          </p:cNvPr>
          <p:cNvSpPr>
            <a:spLocks noGrp="1"/>
          </p:cNvSpPr>
          <p:nvPr>
            <p:ph type="ftr" sz="quarter" idx="18"/>
          </p:nvPr>
        </p:nvSpPr>
        <p:spPr/>
        <p:txBody>
          <a:bodyPr/>
          <a:lstStyle/>
          <a:p>
            <a:pPr>
              <a:defRPr/>
            </a:pPr>
            <a:r>
              <a:rPr lang="en-AU"/>
              <a:t>Deakin University CRICOS Provider Code: 00113B</a:t>
            </a:r>
            <a:endParaRPr lang="en-GB"/>
          </a:p>
        </p:txBody>
      </p:sp>
      <p:sp>
        <p:nvSpPr>
          <p:cNvPr id="13" name="Text Placeholder 4">
            <a:extLst>
              <a:ext uri="{FF2B5EF4-FFF2-40B4-BE49-F238E27FC236}">
                <a16:creationId xmlns:a16="http://schemas.microsoft.com/office/drawing/2014/main" id="{38E35CE3-4A53-3F29-A5BB-F677D47061ED}"/>
              </a:ext>
            </a:extLst>
          </p:cNvPr>
          <p:cNvSpPr txBox="1">
            <a:spLocks/>
          </p:cNvSpPr>
          <p:nvPr/>
        </p:nvSpPr>
        <p:spPr>
          <a:xfrm>
            <a:off x="467850" y="458039"/>
            <a:ext cx="6898595" cy="420228"/>
          </a:xfrm>
          <a:prstGeom prst="rect">
            <a:avLst/>
          </a:prstGeom>
        </p:spPr>
        <p:txBody>
          <a:bodyPr numCol="1" spcCol="540000"/>
          <a:lstStyle>
            <a:lvl1pPr algn="l" rtl="0" eaLnBrk="1" fontAlgn="base" hangingPunct="1">
              <a:lnSpc>
                <a:spcPct val="90000"/>
              </a:lnSpc>
              <a:spcBef>
                <a:spcPts val="1000"/>
              </a:spcBef>
              <a:spcAft>
                <a:spcPts val="2400"/>
              </a:spcAft>
              <a:buFont typeface="Arial" panose="020B0604020202020204" pitchFamily="34" charset="0"/>
              <a:defRPr sz="2400" kern="1200">
                <a:solidFill>
                  <a:schemeClr val="bg1"/>
                </a:solidFill>
                <a:latin typeface="+mn-lt"/>
                <a:ea typeface="+mn-ea"/>
                <a:cs typeface="+mn-cs"/>
              </a:defRPr>
            </a:lvl1pPr>
            <a:lvl2pPr algn="l" rtl="0" eaLnBrk="1" fontAlgn="base" hangingPunct="1">
              <a:spcBef>
                <a:spcPts val="500"/>
              </a:spcBef>
              <a:spcAft>
                <a:spcPct val="0"/>
              </a:spcAft>
              <a:buFont typeface="Arial" panose="020B0604020202020204" pitchFamily="34" charset="0"/>
              <a:defRPr sz="1800" kern="1200">
                <a:solidFill>
                  <a:schemeClr val="tx1"/>
                </a:solidFill>
                <a:latin typeface="+mn-lt"/>
                <a:ea typeface="+mn-ea"/>
                <a:cs typeface="+mn-cs"/>
              </a:defRPr>
            </a:lvl2pPr>
            <a:lvl3pPr marL="179388" indent="-179388" algn="l" rtl="0" eaLnBrk="1" fontAlgn="base" hangingPunct="1">
              <a:spcBef>
                <a:spcPts val="500"/>
              </a:spcBef>
              <a:spcAft>
                <a:spcPct val="0"/>
              </a:spcAft>
              <a:buSzPct val="110000"/>
              <a:buFont typeface="Arial" panose="020B0604020202020204" pitchFamily="34" charset="0"/>
              <a:buChar char="•"/>
              <a:defRPr sz="1800" kern="1200">
                <a:solidFill>
                  <a:schemeClr val="tx1"/>
                </a:solidFill>
                <a:latin typeface="+mn-lt"/>
                <a:ea typeface="+mn-ea"/>
                <a:cs typeface="+mn-cs"/>
              </a:defRPr>
            </a:lvl3pPr>
            <a:lvl4pPr marL="358775" indent="-179388" algn="l" rtl="0" eaLnBrk="1" fontAlgn="base" hangingPunct="1">
              <a:spcBef>
                <a:spcPts val="500"/>
              </a:spcBef>
              <a:spcAft>
                <a:spcPct val="0"/>
              </a:spcAft>
              <a:buFont typeface="Calibri" panose="020F0502020204030204" pitchFamily="34" charset="0"/>
              <a:buChar char="–"/>
              <a:defRPr sz="1800" kern="1200">
                <a:solidFill>
                  <a:schemeClr val="tx1"/>
                </a:solidFill>
                <a:latin typeface="+mn-lt"/>
                <a:ea typeface="+mn-ea"/>
                <a:cs typeface="+mn-cs"/>
              </a:defRPr>
            </a:lvl4pPr>
            <a:lvl5pPr marL="179388" algn="l" rtl="0" eaLnBrk="1" fontAlgn="base" hangingPunct="1">
              <a:spcBef>
                <a:spcPts val="500"/>
              </a:spcBef>
              <a:spcAft>
                <a:spcPct val="0"/>
              </a:spcAft>
              <a:buFont typeface="Arial" panose="020B0604020202020204" pitchFamily="34" charset="0"/>
              <a:defRPr sz="1800" kern="1200">
                <a:solidFill>
                  <a:schemeClr val="tx1"/>
                </a:solidFill>
                <a:latin typeface="+mn-lt"/>
                <a:ea typeface="+mn-ea"/>
                <a:cs typeface="+mn-cs"/>
              </a:defRPr>
            </a:lvl5pPr>
            <a:lvl6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9pPr>
          </a:lstStyle>
          <a:p>
            <a:r>
              <a:rPr lang="en-US" b="1" i="1" dirty="0">
                <a:solidFill>
                  <a:schemeClr val="tx1">
                    <a:lumMod val="95000"/>
                    <a:lumOff val="5000"/>
                  </a:schemeClr>
                </a:solidFill>
              </a:rPr>
              <a:t>AI should serve humanity/human rights</a:t>
            </a:r>
          </a:p>
        </p:txBody>
      </p:sp>
      <p:sp>
        <p:nvSpPr>
          <p:cNvPr id="2" name="Folded Corner 1">
            <a:extLst>
              <a:ext uri="{FF2B5EF4-FFF2-40B4-BE49-F238E27FC236}">
                <a16:creationId xmlns:a16="http://schemas.microsoft.com/office/drawing/2014/main" id="{98FED24B-C8E4-6071-A093-8E6AE278EE6B}"/>
              </a:ext>
            </a:extLst>
          </p:cNvPr>
          <p:cNvSpPr/>
          <p:nvPr/>
        </p:nvSpPr>
        <p:spPr>
          <a:xfrm>
            <a:off x="467850" y="4842207"/>
            <a:ext cx="11347450" cy="1923811"/>
          </a:xfrm>
          <a:prstGeom prst="foldedCorner">
            <a:avLst/>
          </a:prstGeom>
          <a:pattFill prst="divot">
            <a:fgClr>
              <a:schemeClr val="bg2">
                <a:lumMod val="75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75000"/>
                </a:schemeClr>
              </a:solidFill>
            </a:endParaRPr>
          </a:p>
        </p:txBody>
      </p:sp>
      <p:sp>
        <p:nvSpPr>
          <p:cNvPr id="15" name="TextBox 14">
            <a:extLst>
              <a:ext uri="{FF2B5EF4-FFF2-40B4-BE49-F238E27FC236}">
                <a16:creationId xmlns:a16="http://schemas.microsoft.com/office/drawing/2014/main" id="{B9B1D97A-925E-5FAD-52C5-FC1C2A0F8E32}"/>
              </a:ext>
            </a:extLst>
          </p:cNvPr>
          <p:cNvSpPr txBox="1"/>
          <p:nvPr/>
        </p:nvSpPr>
        <p:spPr>
          <a:xfrm>
            <a:off x="467850" y="4834973"/>
            <a:ext cx="11347450" cy="2031325"/>
          </a:xfrm>
          <a:prstGeom prst="rect">
            <a:avLst/>
          </a:prstGeom>
          <a:noFill/>
        </p:spPr>
        <p:txBody>
          <a:bodyPr wrap="square" rtlCol="0">
            <a:spAutoFit/>
          </a:bodyPr>
          <a:lstStyle/>
          <a:p>
            <a:pPr algn="ctr"/>
            <a:r>
              <a:rPr lang="en-US" b="1" dirty="0"/>
              <a:t>How to do Taxation of Big Tech: two views</a:t>
            </a:r>
          </a:p>
          <a:p>
            <a:pPr algn="ctr"/>
            <a:endParaRPr lang="en-US" b="1" dirty="0"/>
          </a:p>
          <a:p>
            <a:pPr marL="285750" indent="-285750">
              <a:buFont typeface="Arial" panose="020B0604020202020204" pitchFamily="34" charset="0"/>
              <a:buChar char="•"/>
            </a:pPr>
            <a:r>
              <a:rPr lang="en-US" b="1" dirty="0" err="1"/>
              <a:t>RtS</a:t>
            </a:r>
            <a:r>
              <a:rPr lang="en-US" b="1" dirty="0"/>
              <a:t>-based</a:t>
            </a:r>
            <a:r>
              <a:rPr lang="en-US" dirty="0"/>
              <a:t>: Taxation to fund UBI redistributes AI’s benefits to everyone. </a:t>
            </a:r>
          </a:p>
          <a:p>
            <a:r>
              <a:rPr lang="en-US" dirty="0"/>
              <a:t>      Taxation co-exists with the duty to work towards ending harmful data </a:t>
            </a:r>
            <a:r>
              <a:rPr lang="en-US" dirty="0" err="1"/>
              <a:t>monetisation</a:t>
            </a:r>
            <a:r>
              <a:rPr lang="en-US" dirty="0"/>
              <a:t> practices.</a:t>
            </a:r>
          </a:p>
          <a:p>
            <a:pPr marL="285750" indent="-285750">
              <a:buFont typeface="Arial" panose="020B0604020202020204" pitchFamily="34" charset="0"/>
              <a:buChar char="•"/>
            </a:pPr>
            <a:r>
              <a:rPr lang="en-US" b="1" dirty="0"/>
              <a:t>Non-</a:t>
            </a:r>
            <a:r>
              <a:rPr lang="en-US" b="1" dirty="0" err="1"/>
              <a:t>RtS</a:t>
            </a:r>
            <a:r>
              <a:rPr lang="en-US" b="1" dirty="0"/>
              <a:t>-based</a:t>
            </a:r>
            <a:r>
              <a:rPr lang="en-US" dirty="0"/>
              <a:t>: Data taxation is based on seeing data as a valuable resource (“new oil”) and sharing that value with data producers.</a:t>
            </a:r>
          </a:p>
          <a:p>
            <a:endParaRPr lang="en-US" dirty="0"/>
          </a:p>
        </p:txBody>
      </p:sp>
    </p:spTree>
    <p:extLst>
      <p:ext uri="{BB962C8B-B14F-4D97-AF65-F5344CB8AC3E}">
        <p14:creationId xmlns:p14="http://schemas.microsoft.com/office/powerpoint/2010/main" val="1639130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7BD85E6-D091-6868-9495-7B4CDFA58D15}"/>
              </a:ext>
            </a:extLst>
          </p:cNvPr>
          <p:cNvSpPr>
            <a:spLocks noGrp="1"/>
          </p:cNvSpPr>
          <p:nvPr>
            <p:ph type="title"/>
          </p:nvPr>
        </p:nvSpPr>
        <p:spPr>
          <a:xfrm>
            <a:off x="478501" y="868058"/>
            <a:ext cx="6898594" cy="772922"/>
          </a:xfrm>
        </p:spPr>
        <p:txBody>
          <a:bodyPr/>
          <a:lstStyle/>
          <a:p>
            <a:r>
              <a:rPr lang="en-US" dirty="0"/>
              <a:t>PARTICIPATION IN AI</a:t>
            </a:r>
          </a:p>
        </p:txBody>
      </p:sp>
      <p:sp>
        <p:nvSpPr>
          <p:cNvPr id="13" name="Text Placeholder 12">
            <a:extLst>
              <a:ext uri="{FF2B5EF4-FFF2-40B4-BE49-F238E27FC236}">
                <a16:creationId xmlns:a16="http://schemas.microsoft.com/office/drawing/2014/main" id="{F1D02053-D647-F70E-8322-49EC910C62E1}"/>
              </a:ext>
            </a:extLst>
          </p:cNvPr>
          <p:cNvSpPr>
            <a:spLocks noGrp="1"/>
          </p:cNvSpPr>
          <p:nvPr>
            <p:ph type="body" sz="quarter" idx="15"/>
          </p:nvPr>
        </p:nvSpPr>
        <p:spPr>
          <a:xfrm>
            <a:off x="467850" y="191688"/>
            <a:ext cx="6898595" cy="420228"/>
          </a:xfrm>
        </p:spPr>
        <p:txBody>
          <a:bodyPr/>
          <a:lstStyle/>
          <a:p>
            <a:r>
              <a:rPr lang="en-US" dirty="0"/>
              <a:t>AI should serve humanity/human rights</a:t>
            </a:r>
          </a:p>
        </p:txBody>
      </p:sp>
      <p:sp>
        <p:nvSpPr>
          <p:cNvPr id="5" name="Slide Number Placeholder 4">
            <a:extLst>
              <a:ext uri="{FF2B5EF4-FFF2-40B4-BE49-F238E27FC236}">
                <a16:creationId xmlns:a16="http://schemas.microsoft.com/office/drawing/2014/main" id="{BB2BF48B-7FE4-ADB1-7324-27E6017DD8C3}"/>
              </a:ext>
            </a:extLst>
          </p:cNvPr>
          <p:cNvSpPr>
            <a:spLocks noGrp="1"/>
          </p:cNvSpPr>
          <p:nvPr>
            <p:ph type="sldNum" sz="quarter" idx="17"/>
          </p:nvPr>
        </p:nvSpPr>
        <p:spPr/>
        <p:txBody>
          <a:bodyPr/>
          <a:lstStyle/>
          <a:p>
            <a:fld id="{911357B6-3E37-E848-B6FC-95A0BBC15E6E}" type="slidenum">
              <a:rPr lang="en-GB" smtClean="0"/>
              <a:pPr/>
              <a:t>8</a:t>
            </a:fld>
            <a:endParaRPr lang="en-GB"/>
          </a:p>
        </p:txBody>
      </p:sp>
      <p:sp>
        <p:nvSpPr>
          <p:cNvPr id="6" name="Footer Placeholder 5">
            <a:extLst>
              <a:ext uri="{FF2B5EF4-FFF2-40B4-BE49-F238E27FC236}">
                <a16:creationId xmlns:a16="http://schemas.microsoft.com/office/drawing/2014/main" id="{1B031083-1E65-047B-B14D-34EEEAB8EFFC}"/>
              </a:ext>
            </a:extLst>
          </p:cNvPr>
          <p:cNvSpPr>
            <a:spLocks noGrp="1"/>
          </p:cNvSpPr>
          <p:nvPr>
            <p:ph type="ftr" sz="quarter" idx="18"/>
          </p:nvPr>
        </p:nvSpPr>
        <p:spPr/>
        <p:txBody>
          <a:bodyPr/>
          <a:lstStyle/>
          <a:p>
            <a:r>
              <a:rPr lang="en-AU"/>
              <a:t>Deakin University CRICOS Provider Code: 00113B</a:t>
            </a:r>
            <a:endParaRPr lang="en-GB"/>
          </a:p>
        </p:txBody>
      </p:sp>
      <p:sp>
        <p:nvSpPr>
          <p:cNvPr id="17" name="TextBox 16">
            <a:extLst>
              <a:ext uri="{FF2B5EF4-FFF2-40B4-BE49-F238E27FC236}">
                <a16:creationId xmlns:a16="http://schemas.microsoft.com/office/drawing/2014/main" id="{982EF33B-3356-CB4E-37DD-4097F0DCB488}"/>
              </a:ext>
            </a:extLst>
          </p:cNvPr>
          <p:cNvSpPr txBox="1"/>
          <p:nvPr/>
        </p:nvSpPr>
        <p:spPr>
          <a:xfrm>
            <a:off x="467850" y="2024062"/>
            <a:ext cx="11476499" cy="3693319"/>
          </a:xfrm>
          <a:prstGeom prst="rect">
            <a:avLst/>
          </a:prstGeom>
          <a:noFill/>
        </p:spPr>
        <p:txBody>
          <a:bodyPr wrap="square" rtlCol="0">
            <a:spAutoFit/>
          </a:bodyPr>
          <a:lstStyle/>
          <a:p>
            <a:pPr marL="285750" indent="-285750">
              <a:buFont typeface="Arial" panose="020B0604020202020204" pitchFamily="34" charset="0"/>
              <a:buChar char="•"/>
            </a:pPr>
            <a:r>
              <a:rPr lang="en-US" dirty="0"/>
              <a:t>The Right to Science implies a state duty to facilitate people’s participation in the development of AI.  </a:t>
            </a:r>
          </a:p>
          <a:p>
            <a:pPr marL="285750" indent="-285750">
              <a:buFont typeface="Arial" panose="020B0604020202020204" pitchFamily="34" charset="0"/>
              <a:buChar char="•"/>
            </a:pPr>
            <a:endParaRPr lang="en-US" dirty="0"/>
          </a:p>
          <a:p>
            <a:pPr marL="742950" lvl="1" indent="-285750">
              <a:buFont typeface="Wingdings" pitchFamily="2" charset="2"/>
              <a:buChar char="Ø"/>
            </a:pPr>
            <a:r>
              <a:rPr lang="en-US" b="1" dirty="0"/>
              <a:t>Under-production of</a:t>
            </a:r>
            <a:r>
              <a:rPr lang="en-US" dirty="0"/>
              <a:t> </a:t>
            </a:r>
            <a:r>
              <a:rPr lang="en-US" b="1" dirty="0"/>
              <a:t>socially</a:t>
            </a:r>
            <a:r>
              <a:rPr lang="en-US" dirty="0"/>
              <a:t> </a:t>
            </a:r>
            <a:r>
              <a:rPr lang="en-US" b="1" dirty="0"/>
              <a:t>good</a:t>
            </a:r>
            <a:r>
              <a:rPr lang="en-US" dirty="0"/>
              <a:t> </a:t>
            </a:r>
            <a:r>
              <a:rPr lang="en-US" b="1" dirty="0"/>
              <a:t>AI</a:t>
            </a:r>
            <a:r>
              <a:rPr lang="en-US" dirty="0"/>
              <a:t>: Applications of AI by non-profits, UN agencies (</a:t>
            </a:r>
            <a:r>
              <a:rPr lang="en-US" b="1" dirty="0"/>
              <a:t>AI for Good</a:t>
            </a:r>
            <a:r>
              <a:rPr lang="en-US" dirty="0"/>
              <a:t>), public bodies, etc. may produce social benefits that corporations are not interested in. </a:t>
            </a:r>
          </a:p>
          <a:p>
            <a:pPr marL="742950" lvl="1" indent="-285750">
              <a:buFont typeface="Wingdings" pitchFamily="2" charset="2"/>
              <a:buChar char="Ø"/>
            </a:pPr>
            <a:r>
              <a:rPr lang="en-US" b="1" dirty="0"/>
              <a:t>Participation in priority setting:</a:t>
            </a:r>
            <a:r>
              <a:rPr lang="en-US" dirty="0"/>
              <a:t> People can/should participate in identifying applications of socially good AI that should be </a:t>
            </a:r>
            <a:r>
              <a:rPr lang="en-US" dirty="0" err="1"/>
              <a:t>prioritised</a:t>
            </a:r>
            <a:r>
              <a:rPr lang="en-US" dirty="0"/>
              <a:t> for development, e.g., Barcelona’s DECODE project.</a:t>
            </a:r>
          </a:p>
          <a:p>
            <a:pPr marL="742950" lvl="1" indent="-285750">
              <a:buFont typeface="Wingdings" pitchFamily="2" charset="2"/>
              <a:buChar char="Ø"/>
            </a:pPr>
            <a:r>
              <a:rPr lang="en-US" b="1" i="1" dirty="0"/>
              <a:t>Citizen science</a:t>
            </a:r>
            <a:r>
              <a:rPr lang="en-US" b="1" dirty="0"/>
              <a:t> or scientist-advocates?</a:t>
            </a:r>
            <a:r>
              <a:rPr lang="en-US" dirty="0"/>
              <a:t>: Even when given access to the necessary tools, it is doubtful whether ordinary people can do data analytics as well as technical experts, or would want to. It will be more effective to ensure ordinary people had </a:t>
            </a:r>
            <a:r>
              <a:rPr lang="en-US" i="1" dirty="0"/>
              <a:t>access to technical experts </a:t>
            </a:r>
            <a:r>
              <a:rPr lang="en-US" dirty="0"/>
              <a:t>who could represent and translate their interests.</a:t>
            </a:r>
          </a:p>
          <a:p>
            <a:pPr marL="742950" lvl="1" indent="-285750">
              <a:buFont typeface="Wingdings" pitchFamily="2" charset="2"/>
              <a:buChar char="Ø"/>
            </a:pPr>
            <a:endParaRPr lang="en-US" dirty="0"/>
          </a:p>
          <a:p>
            <a:pPr marL="742950" lvl="1" indent="-285750">
              <a:buFont typeface="Wingdings" pitchFamily="2" charset="2"/>
              <a:buChar char="Ø"/>
            </a:pPr>
            <a:endParaRPr lang="en-US" dirty="0"/>
          </a:p>
          <a:p>
            <a:pPr marL="742950" lvl="1" indent="-285750">
              <a:buFont typeface="Wingdings" pitchFamily="2" charset="2"/>
              <a:buChar char="Ø"/>
            </a:pPr>
            <a:endParaRPr lang="en-US" dirty="0"/>
          </a:p>
          <a:p>
            <a:pPr marL="285750" indent="-285750">
              <a:buFont typeface="Arial" panose="020B0604020202020204" pitchFamily="34" charset="0"/>
              <a:buChar char="•"/>
            </a:pPr>
            <a:endParaRPr lang="en-US" dirty="0"/>
          </a:p>
        </p:txBody>
      </p:sp>
      <p:sp>
        <p:nvSpPr>
          <p:cNvPr id="2" name="Folded Corner 1">
            <a:extLst>
              <a:ext uri="{FF2B5EF4-FFF2-40B4-BE49-F238E27FC236}">
                <a16:creationId xmlns:a16="http://schemas.microsoft.com/office/drawing/2014/main" id="{CFD72C77-B775-103C-BE72-0AB5485336C8}"/>
              </a:ext>
            </a:extLst>
          </p:cNvPr>
          <p:cNvSpPr/>
          <p:nvPr/>
        </p:nvSpPr>
        <p:spPr>
          <a:xfrm>
            <a:off x="478501" y="4686300"/>
            <a:ext cx="11122949" cy="2100263"/>
          </a:xfrm>
          <a:prstGeom prst="foldedCorner">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AF5CD85-CB02-8E00-6547-1376C3C2BF41}"/>
              </a:ext>
            </a:extLst>
          </p:cNvPr>
          <p:cNvSpPr txBox="1"/>
          <p:nvPr/>
        </p:nvSpPr>
        <p:spPr>
          <a:xfrm>
            <a:off x="628650" y="4686300"/>
            <a:ext cx="10972800" cy="2308324"/>
          </a:xfrm>
          <a:prstGeom prst="rect">
            <a:avLst/>
          </a:prstGeom>
          <a:noFill/>
        </p:spPr>
        <p:txBody>
          <a:bodyPr wrap="square" rtlCol="0">
            <a:spAutoFit/>
          </a:bodyPr>
          <a:lstStyle/>
          <a:p>
            <a:pPr algn="ctr"/>
            <a:r>
              <a:rPr lang="en-US" b="1" dirty="0"/>
              <a:t>Is “AI for Good” Really Good: two views</a:t>
            </a:r>
          </a:p>
          <a:p>
            <a:pPr algn="ctr"/>
            <a:endParaRPr lang="en-US" b="1" dirty="0"/>
          </a:p>
          <a:p>
            <a:pPr marL="285750" indent="-285750">
              <a:buFont typeface="Arial" panose="020B0604020202020204" pitchFamily="34" charset="0"/>
              <a:buChar char="•"/>
            </a:pPr>
            <a:r>
              <a:rPr lang="en-US" b="1" dirty="0"/>
              <a:t>Non-</a:t>
            </a:r>
            <a:r>
              <a:rPr lang="en-US" b="1" dirty="0" err="1"/>
              <a:t>RtS</a:t>
            </a:r>
            <a:r>
              <a:rPr lang="en-US" b="1" dirty="0"/>
              <a:t>-based: “AI for Good” </a:t>
            </a:r>
            <a:r>
              <a:rPr lang="en-US" dirty="0"/>
              <a:t>defines an AI application as good because it is intended to support the achievement of some Sustainable Development Goal (SDG), which is universally-agreed upon as good. </a:t>
            </a:r>
          </a:p>
          <a:p>
            <a:endParaRPr lang="en-US" dirty="0"/>
          </a:p>
          <a:p>
            <a:pPr marL="285750" indent="-285750">
              <a:buFont typeface="Arial" panose="020B0604020202020204" pitchFamily="34" charset="0"/>
              <a:buChar char="•"/>
            </a:pPr>
            <a:r>
              <a:rPr lang="en-US" b="1" dirty="0" err="1"/>
              <a:t>RtS</a:t>
            </a:r>
            <a:r>
              <a:rPr lang="en-US" b="1" dirty="0"/>
              <a:t>-based: “AI for Good” </a:t>
            </a:r>
            <a:r>
              <a:rPr lang="en-US" dirty="0"/>
              <a:t>may still be bad, for example, if it is dependent to harmful data </a:t>
            </a:r>
            <a:r>
              <a:rPr lang="en-US" dirty="0" err="1"/>
              <a:t>extractivist</a:t>
            </a:r>
            <a:r>
              <a:rPr lang="en-US" dirty="0"/>
              <a:t> social relations; it needs to intentionally incorporate participative mechanisms. </a:t>
            </a:r>
          </a:p>
          <a:p>
            <a:pPr marL="285750" indent="-285750" algn="ctr">
              <a:buFont typeface="Arial" panose="020B0604020202020204" pitchFamily="34" charset="0"/>
              <a:buChar char="•"/>
            </a:pPr>
            <a:endParaRPr lang="en-US" dirty="0"/>
          </a:p>
        </p:txBody>
      </p:sp>
    </p:spTree>
    <p:extLst>
      <p:ext uri="{BB962C8B-B14F-4D97-AF65-F5344CB8AC3E}">
        <p14:creationId xmlns:p14="http://schemas.microsoft.com/office/powerpoint/2010/main" val="3148205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705763-6AFB-4AB2-A660-A0F689B3EB3E}"/>
              </a:ext>
            </a:extLst>
          </p:cNvPr>
          <p:cNvSpPr>
            <a:spLocks noGrp="1"/>
          </p:cNvSpPr>
          <p:nvPr>
            <p:ph type="sldNum" sz="quarter" idx="10"/>
          </p:nvPr>
        </p:nvSpPr>
        <p:spPr>
          <a:xfrm>
            <a:off x="242888" y="6327407"/>
            <a:ext cx="576262" cy="247650"/>
          </a:xfrm>
        </p:spPr>
        <p:txBody>
          <a:bodyPr/>
          <a:lstStyle/>
          <a:p>
            <a:pPr>
              <a:defRPr/>
            </a:pPr>
            <a:fld id="{7268707F-E4B2-A749-8AC3-81933B8F2DC7}" type="slidenum">
              <a:rPr lang="en-GB" smtClean="0"/>
              <a:pPr>
                <a:defRPr/>
              </a:pPr>
              <a:t>9</a:t>
            </a:fld>
            <a:endParaRPr lang="en-GB"/>
          </a:p>
        </p:txBody>
      </p:sp>
      <p:sp>
        <p:nvSpPr>
          <p:cNvPr id="3" name="Footer Placeholder 2">
            <a:extLst>
              <a:ext uri="{FF2B5EF4-FFF2-40B4-BE49-F238E27FC236}">
                <a16:creationId xmlns:a16="http://schemas.microsoft.com/office/drawing/2014/main" id="{01F526AA-CC39-44F2-B0EF-858D1C921A81}"/>
              </a:ext>
            </a:extLst>
          </p:cNvPr>
          <p:cNvSpPr>
            <a:spLocks noGrp="1"/>
          </p:cNvSpPr>
          <p:nvPr>
            <p:ph type="ftr" sz="quarter" idx="11"/>
          </p:nvPr>
        </p:nvSpPr>
        <p:spPr/>
        <p:txBody>
          <a:bodyPr/>
          <a:lstStyle/>
          <a:p>
            <a:pPr>
              <a:defRPr/>
            </a:pPr>
            <a:r>
              <a:rPr lang="en-AU"/>
              <a:t>Deakin University CRICOS Provider Code: 00113B</a:t>
            </a:r>
            <a:endParaRPr lang="en-GB"/>
          </a:p>
        </p:txBody>
      </p:sp>
      <p:sp>
        <p:nvSpPr>
          <p:cNvPr id="29" name="TextBox 28">
            <a:extLst>
              <a:ext uri="{FF2B5EF4-FFF2-40B4-BE49-F238E27FC236}">
                <a16:creationId xmlns:a16="http://schemas.microsoft.com/office/drawing/2014/main" id="{703602EC-300D-4D4E-9676-FD60D925BFD7}"/>
              </a:ext>
            </a:extLst>
          </p:cNvPr>
          <p:cNvSpPr txBox="1"/>
          <p:nvPr/>
        </p:nvSpPr>
        <p:spPr>
          <a:xfrm>
            <a:off x="225829" y="1660124"/>
            <a:ext cx="3490928" cy="4645797"/>
          </a:xfrm>
          <a:prstGeom prst="roundRect">
            <a:avLst/>
          </a:prstGeom>
          <a:solidFill>
            <a:schemeClr val="bg1"/>
          </a:solidFill>
          <a:ln w="19050">
            <a:solidFill>
              <a:srgbClr val="F98747"/>
            </a:solidFill>
          </a:ln>
        </p:spPr>
        <p:txBody>
          <a:bodyPr wrap="square" lIns="36000" tIns="72000" rIns="72000" bIns="45720" anchor="t">
            <a:noAutofit/>
          </a:bodyPr>
          <a:lstStyle/>
          <a:p>
            <a:pPr marL="0" lvl="1" algn="ctr" defTabSz="457200">
              <a:lnSpc>
                <a:spcPts val="1800"/>
              </a:lnSpc>
              <a:spcBef>
                <a:spcPct val="30000"/>
              </a:spcBef>
              <a:defRPr/>
            </a:pPr>
            <a:endParaRPr lang="en-US" dirty="0">
              <a:solidFill>
                <a:srgbClr val="000000"/>
              </a:solidFill>
            </a:endParaRPr>
          </a:p>
        </p:txBody>
      </p:sp>
      <p:sp>
        <p:nvSpPr>
          <p:cNvPr id="12" name="TextBox 11">
            <a:extLst>
              <a:ext uri="{FF2B5EF4-FFF2-40B4-BE49-F238E27FC236}">
                <a16:creationId xmlns:a16="http://schemas.microsoft.com/office/drawing/2014/main" id="{5C732A62-62BB-4D50-A471-8813CEBD50C8}"/>
              </a:ext>
            </a:extLst>
          </p:cNvPr>
          <p:cNvSpPr txBox="1"/>
          <p:nvPr/>
        </p:nvSpPr>
        <p:spPr>
          <a:xfrm>
            <a:off x="476602" y="545062"/>
            <a:ext cx="8364080" cy="646331"/>
          </a:xfrm>
          <a:prstGeom prst="rect">
            <a:avLst/>
          </a:prstGeom>
          <a:noFill/>
        </p:spPr>
        <p:txBody>
          <a:bodyPr wrap="square" lIns="91440" tIns="45720" rIns="91440" bIns="45720" anchor="t">
            <a:spAutoFit/>
          </a:bodyPr>
          <a:lstStyle/>
          <a:p>
            <a:r>
              <a:rPr lang="en-US" sz="3600" dirty="0">
                <a:solidFill>
                  <a:srgbClr val="3BAB9B"/>
                </a:solidFill>
                <a:latin typeface="Calibri"/>
                <a:cs typeface="Calibri"/>
              </a:rPr>
              <a:t>Conclusion</a:t>
            </a:r>
            <a:endParaRPr lang="en-AU" sz="3600" dirty="0">
              <a:solidFill>
                <a:srgbClr val="3BAB9B"/>
              </a:solidFill>
            </a:endParaRPr>
          </a:p>
        </p:txBody>
      </p:sp>
      <p:sp>
        <p:nvSpPr>
          <p:cNvPr id="4" name="TextBox 1">
            <a:extLst>
              <a:ext uri="{FF2B5EF4-FFF2-40B4-BE49-F238E27FC236}">
                <a16:creationId xmlns:a16="http://schemas.microsoft.com/office/drawing/2014/main" id="{04A93CB1-7C90-F428-ABFD-8C98DD10B612}"/>
              </a:ext>
            </a:extLst>
          </p:cNvPr>
          <p:cNvSpPr txBox="1"/>
          <p:nvPr/>
        </p:nvSpPr>
        <p:spPr>
          <a:xfrm>
            <a:off x="4082513" y="1660124"/>
            <a:ext cx="3650768" cy="4639316"/>
          </a:xfrm>
          <a:prstGeom prst="roundRect">
            <a:avLst/>
          </a:prstGeom>
          <a:solidFill>
            <a:schemeClr val="bg1"/>
          </a:solidFill>
          <a:ln w="19050">
            <a:solidFill>
              <a:srgbClr val="F98747"/>
            </a:solidFill>
          </a:ln>
        </p:spPr>
        <p:txBody>
          <a:bodyPr wrap="square" lIns="91440" tIns="72000" rIns="91440" bIns="45720" anchor="t">
            <a:no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lvl="1" algn="ctr" defTabSz="457200">
              <a:lnSpc>
                <a:spcPts val="1800"/>
              </a:lnSpc>
              <a:spcBef>
                <a:spcPct val="30000"/>
              </a:spcBef>
              <a:defRPr/>
            </a:pPr>
            <a:endParaRPr lang="en-US" dirty="0">
              <a:solidFill>
                <a:srgbClr val="000000"/>
              </a:solidFill>
            </a:endParaRPr>
          </a:p>
        </p:txBody>
      </p:sp>
      <p:sp>
        <p:nvSpPr>
          <p:cNvPr id="8" name="TextBox 3">
            <a:extLst>
              <a:ext uri="{FF2B5EF4-FFF2-40B4-BE49-F238E27FC236}">
                <a16:creationId xmlns:a16="http://schemas.microsoft.com/office/drawing/2014/main" id="{36DBBFEE-9CAC-7E52-0C6B-32AF80A26CAE}"/>
              </a:ext>
            </a:extLst>
          </p:cNvPr>
          <p:cNvSpPr txBox="1"/>
          <p:nvPr/>
        </p:nvSpPr>
        <p:spPr>
          <a:xfrm>
            <a:off x="8333257" y="1685428"/>
            <a:ext cx="3650768" cy="4661680"/>
          </a:xfrm>
          <a:prstGeom prst="roundRect">
            <a:avLst/>
          </a:prstGeom>
          <a:solidFill>
            <a:schemeClr val="bg1"/>
          </a:solidFill>
          <a:ln w="19050">
            <a:solidFill>
              <a:srgbClr val="F98747"/>
            </a:solidFill>
          </a:ln>
        </p:spPr>
        <p:txBody>
          <a:bodyPr wrap="square" lIns="91440" tIns="72000" rIns="91440" bIns="45720" anchor="t">
            <a:no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l" rtl="0" fontAlgn="base"/>
            <a:r>
              <a:rPr lang="en-GB" sz="1800" b="0" i="0" dirty="0">
                <a:solidFill>
                  <a:srgbClr val="000000"/>
                </a:solidFill>
                <a:effectLst/>
                <a:latin typeface="Segoe UI" panose="020B0502040204020203" pitchFamily="34" charset="0"/>
              </a:rPr>
              <a:t>​</a:t>
            </a:r>
            <a:endParaRPr lang="en-GB" b="0" i="0" dirty="0">
              <a:solidFill>
                <a:srgbClr val="000000"/>
              </a:solidFill>
              <a:effectLst/>
              <a:latin typeface="Segoe UI" panose="020B0502040204020203" pitchFamily="34" charset="0"/>
            </a:endParaRPr>
          </a:p>
          <a:p>
            <a:pPr marL="285750" lvl="1" indent="-285750" defTabSz="457200">
              <a:lnSpc>
                <a:spcPts val="1800"/>
              </a:lnSpc>
              <a:spcBef>
                <a:spcPct val="30000"/>
              </a:spcBef>
              <a:buFont typeface="Arial,Sans-Serif"/>
              <a:buChar char="•"/>
              <a:defRPr/>
            </a:pPr>
            <a:endParaRPr lang="en-US" dirty="0">
              <a:solidFill>
                <a:srgbClr val="000000"/>
              </a:solidFill>
            </a:endParaRPr>
          </a:p>
          <a:p>
            <a:pPr lvl="1">
              <a:lnSpc>
                <a:spcPts val="1800"/>
              </a:lnSpc>
            </a:pPr>
            <a:endParaRPr lang="en-US" dirty="0">
              <a:cs typeface="Calibri" panose="020F0502020204030204" pitchFamily="34" charset="0"/>
            </a:endParaRPr>
          </a:p>
          <a:p>
            <a:pPr marL="285750" indent="-285750">
              <a:lnSpc>
                <a:spcPts val="1800"/>
              </a:lnSpc>
              <a:buFont typeface="Arial"/>
              <a:buChar char="•"/>
            </a:pPr>
            <a:endParaRPr lang="en-US" b="1" dirty="0">
              <a:cs typeface="Calibri" panose="020F0502020204030204" pitchFamily="34" charset="0"/>
            </a:endParaRPr>
          </a:p>
        </p:txBody>
      </p:sp>
      <p:sp>
        <p:nvSpPr>
          <p:cNvPr id="5" name="TextBox 4">
            <a:extLst>
              <a:ext uri="{FF2B5EF4-FFF2-40B4-BE49-F238E27FC236}">
                <a16:creationId xmlns:a16="http://schemas.microsoft.com/office/drawing/2014/main" id="{3B0B7560-C065-3233-138E-614E57C21FC2}"/>
              </a:ext>
            </a:extLst>
          </p:cNvPr>
          <p:cNvSpPr txBox="1"/>
          <p:nvPr/>
        </p:nvSpPr>
        <p:spPr>
          <a:xfrm>
            <a:off x="428625" y="2214563"/>
            <a:ext cx="3197225" cy="2862322"/>
          </a:xfrm>
          <a:prstGeom prst="rect">
            <a:avLst/>
          </a:prstGeom>
          <a:noFill/>
        </p:spPr>
        <p:txBody>
          <a:bodyPr wrap="square" rtlCol="0">
            <a:spAutoFit/>
          </a:bodyPr>
          <a:lstStyle/>
          <a:p>
            <a:r>
              <a:rPr lang="en-US" sz="2000" dirty="0"/>
              <a:t>The Right to Science provides a </a:t>
            </a:r>
            <a:r>
              <a:rPr lang="en-US" sz="2000" b="1" dirty="0"/>
              <a:t>comprehensive</a:t>
            </a:r>
            <a:r>
              <a:rPr lang="en-US" sz="2000" dirty="0"/>
              <a:t> legal approach to governing AI. It treats three interests of ordinary people as equally important and mutually reinforcing: </a:t>
            </a:r>
            <a:r>
              <a:rPr lang="en-US" sz="2000" b="1" dirty="0"/>
              <a:t>protection from harmful AI</a:t>
            </a:r>
            <a:r>
              <a:rPr lang="en-US" sz="2000" dirty="0"/>
              <a:t>, </a:t>
            </a:r>
            <a:r>
              <a:rPr lang="en-US" sz="2000" b="1" dirty="0"/>
              <a:t>benefit-sharing</a:t>
            </a:r>
            <a:r>
              <a:rPr lang="en-US" sz="2000" dirty="0"/>
              <a:t> and </a:t>
            </a:r>
            <a:r>
              <a:rPr lang="en-US" sz="2000" b="1" dirty="0"/>
              <a:t>participation in AI</a:t>
            </a:r>
            <a:r>
              <a:rPr lang="en-US" sz="2000" dirty="0"/>
              <a:t>. </a:t>
            </a:r>
          </a:p>
        </p:txBody>
      </p:sp>
      <p:sp>
        <p:nvSpPr>
          <p:cNvPr id="6" name="TextBox 5">
            <a:extLst>
              <a:ext uri="{FF2B5EF4-FFF2-40B4-BE49-F238E27FC236}">
                <a16:creationId xmlns:a16="http://schemas.microsoft.com/office/drawing/2014/main" id="{3B85B15C-B573-65BB-16C0-E2EA6B073C2B}"/>
              </a:ext>
            </a:extLst>
          </p:cNvPr>
          <p:cNvSpPr txBox="1"/>
          <p:nvPr/>
        </p:nvSpPr>
        <p:spPr>
          <a:xfrm>
            <a:off x="4225826" y="2021196"/>
            <a:ext cx="3360837" cy="4247317"/>
          </a:xfrm>
          <a:prstGeom prst="rect">
            <a:avLst/>
          </a:prstGeom>
          <a:noFill/>
        </p:spPr>
        <p:txBody>
          <a:bodyPr wrap="square" rtlCol="0">
            <a:spAutoFit/>
          </a:bodyPr>
          <a:lstStyle/>
          <a:p>
            <a:r>
              <a:rPr lang="en-US" dirty="0"/>
              <a:t>In practical terms, to </a:t>
            </a:r>
            <a:r>
              <a:rPr lang="en-US" dirty="0" err="1"/>
              <a:t>realise</a:t>
            </a:r>
            <a:r>
              <a:rPr lang="en-US" dirty="0"/>
              <a:t> the Right to Science approach to AI (Human Right to AI):</a:t>
            </a:r>
          </a:p>
          <a:p>
            <a:endParaRPr lang="en-US" dirty="0"/>
          </a:p>
          <a:p>
            <a:pPr marL="285750" indent="-285750">
              <a:buFont typeface="Arial" panose="020B0604020202020204" pitchFamily="34" charset="0"/>
              <a:buChar char="•"/>
            </a:pPr>
            <a:r>
              <a:rPr lang="en-US" dirty="0"/>
              <a:t>States should develop the legal content of the Right to Science, e.g., through legislation or litigation. </a:t>
            </a:r>
          </a:p>
          <a:p>
            <a:endParaRPr lang="en-US" dirty="0"/>
          </a:p>
          <a:p>
            <a:pPr marL="285750" indent="-285750">
              <a:buFont typeface="Arial" panose="020B0604020202020204" pitchFamily="34" charset="0"/>
              <a:buChar char="•"/>
            </a:pPr>
            <a:r>
              <a:rPr lang="en-US" dirty="0"/>
              <a:t>Human rights advocates should intervene in new policy debates such as Universal Basic Income, Taxation of Big Tech, Privacy as Property, and AI for Good.</a:t>
            </a:r>
          </a:p>
        </p:txBody>
      </p:sp>
      <p:sp>
        <p:nvSpPr>
          <p:cNvPr id="14" name="TextBox 13">
            <a:extLst>
              <a:ext uri="{FF2B5EF4-FFF2-40B4-BE49-F238E27FC236}">
                <a16:creationId xmlns:a16="http://schemas.microsoft.com/office/drawing/2014/main" id="{B44C9BC9-2A4D-D672-C671-F541D13FB5D0}"/>
              </a:ext>
            </a:extLst>
          </p:cNvPr>
          <p:cNvSpPr txBox="1"/>
          <p:nvPr/>
        </p:nvSpPr>
        <p:spPr>
          <a:xfrm>
            <a:off x="8873115" y="2754870"/>
            <a:ext cx="2357749" cy="1754326"/>
          </a:xfrm>
          <a:prstGeom prst="rect">
            <a:avLst/>
          </a:prstGeom>
          <a:noFill/>
        </p:spPr>
        <p:txBody>
          <a:bodyPr wrap="square" rtlCol="0">
            <a:spAutoFit/>
          </a:bodyPr>
          <a:lstStyle/>
          <a:p>
            <a:r>
              <a:rPr lang="en-US" dirty="0"/>
              <a:t>The Human Right to AI articulates an agenda for placing ordinary people’s interests at the forefront of AI development.</a:t>
            </a:r>
          </a:p>
        </p:txBody>
      </p:sp>
    </p:spTree>
    <p:extLst>
      <p:ext uri="{BB962C8B-B14F-4D97-AF65-F5344CB8AC3E}">
        <p14:creationId xmlns:p14="http://schemas.microsoft.com/office/powerpoint/2010/main" val="106744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E5690E56-1CE0-054B-9132-BDF217BC6768}"/>
              </a:ext>
            </a:extLst>
          </p:cNvPr>
          <p:cNvSpPr>
            <a:spLocks noGrp="1" noChangeArrowheads="1"/>
          </p:cNvSpPr>
          <p:nvPr>
            <p:ph type="title"/>
          </p:nvPr>
        </p:nvSpPr>
        <p:spPr bwMode="auto">
          <a:xfrm>
            <a:off x="453232" y="2865830"/>
            <a:ext cx="5965153" cy="76539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Bef>
                <a:spcPts val="600"/>
              </a:spcBef>
            </a:pPr>
            <a:r>
              <a:rPr lang="en-US" altLang="en-US" sz="4400"/>
              <a:t>Questions and feedback</a:t>
            </a:r>
            <a:endParaRPr lang="en-US" altLang="en-US" sz="2400"/>
          </a:p>
        </p:txBody>
      </p:sp>
      <p:sp>
        <p:nvSpPr>
          <p:cNvPr id="20483" name="Slide Number Placeholder 3">
            <a:extLst>
              <a:ext uri="{FF2B5EF4-FFF2-40B4-BE49-F238E27FC236}">
                <a16:creationId xmlns:a16="http://schemas.microsoft.com/office/drawing/2014/main" id="{DC513910-368A-ED45-850D-BBFEB216E1A7}"/>
              </a:ext>
            </a:extLst>
          </p:cNvPr>
          <p:cNvSpPr>
            <a:spLocks noGrp="1" noChangeArrowheads="1"/>
          </p:cNvSpPr>
          <p:nvPr>
            <p:ph type="sldNum" sz="quarter" idx="2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6C46BF8-7A42-6743-A7CF-0B57228F2F5E}" type="slidenum">
              <a:rPr lang="en-GB" altLang="en-US">
                <a:solidFill>
                  <a:schemeClr val="bg1"/>
                </a:solidFill>
              </a:rPr>
              <a:pPr fontAlgn="base">
                <a:spcBef>
                  <a:spcPct val="0"/>
                </a:spcBef>
                <a:spcAft>
                  <a:spcPct val="0"/>
                </a:spcAft>
              </a:pPr>
              <a:t>10</a:t>
            </a:fld>
            <a:endParaRPr lang="en-GB" altLang="en-US">
              <a:solidFill>
                <a:schemeClr val="bg1"/>
              </a:solidFill>
            </a:endParaRPr>
          </a:p>
        </p:txBody>
      </p:sp>
      <p:sp>
        <p:nvSpPr>
          <p:cNvPr id="5" name="Footer Placeholder 4">
            <a:extLst>
              <a:ext uri="{FF2B5EF4-FFF2-40B4-BE49-F238E27FC236}">
                <a16:creationId xmlns:a16="http://schemas.microsoft.com/office/drawing/2014/main" id="{0374F9FF-E09A-954F-845E-1D03EFD94AE3}"/>
              </a:ext>
            </a:extLst>
          </p:cNvPr>
          <p:cNvSpPr>
            <a:spLocks noGrp="1"/>
          </p:cNvSpPr>
          <p:nvPr>
            <p:ph type="ftr" sz="quarter" idx="21"/>
          </p:nvPr>
        </p:nvSpPr>
        <p:spPr/>
        <p:txBody>
          <a:bodyPr/>
          <a:lstStyle/>
          <a:p>
            <a:pPr>
              <a:defRPr/>
            </a:pPr>
            <a:r>
              <a:rPr lang="en-AU">
                <a:solidFill>
                  <a:schemeClr val="bg1"/>
                </a:solidFill>
              </a:rPr>
              <a:t>Deakin University CRICOS Provider Code: 00113B</a:t>
            </a:r>
            <a:endParaRPr lang="en-GB">
              <a:solidFill>
                <a:schemeClr val="bg1"/>
              </a:solidFill>
            </a:endParaRPr>
          </a:p>
        </p:txBody>
      </p:sp>
      <p:sp>
        <p:nvSpPr>
          <p:cNvPr id="20486" name="Text Placeholder 6">
            <a:extLst>
              <a:ext uri="{FF2B5EF4-FFF2-40B4-BE49-F238E27FC236}">
                <a16:creationId xmlns:a16="http://schemas.microsoft.com/office/drawing/2014/main" id="{0B83FBB0-54D8-504C-A5BD-40791B22131D}"/>
              </a:ext>
            </a:extLst>
          </p:cNvPr>
          <p:cNvSpPr>
            <a:spLocks noGrp="1" noChangeArrowheads="1"/>
          </p:cNvSpPr>
          <p:nvPr>
            <p:ph type="body" sz="quarter" idx="18"/>
          </p:nvPr>
        </p:nvSpPr>
        <p:spPr bwMode="auto">
          <a:xfrm>
            <a:off x="10747375" y="52388"/>
            <a:ext cx="1371600" cy="1371600"/>
          </a:xfrm>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Bef>
                <a:spcPct val="0"/>
              </a:spcBef>
              <a:spcAft>
                <a:spcPct val="0"/>
              </a:spcAft>
            </a:pPr>
            <a:endParaRPr lang="en-US" altLang="en-US"/>
          </a:p>
        </p:txBody>
      </p:sp>
      <p:pic>
        <p:nvPicPr>
          <p:cNvPr id="12" name="Picture Placeholder 11">
            <a:extLst>
              <a:ext uri="{FF2B5EF4-FFF2-40B4-BE49-F238E27FC236}">
                <a16:creationId xmlns:a16="http://schemas.microsoft.com/office/drawing/2014/main" id="{50256133-4345-4249-98CA-13ED1752D2C8}"/>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l="9213" r="9213"/>
          <a:stretch/>
        </p:blipFill>
        <p:spPr>
          <a:xfrm>
            <a:off x="8355013" y="1324195"/>
            <a:ext cx="3911106" cy="4794523"/>
          </a:xfrm>
        </p:spPr>
      </p:pic>
    </p:spTree>
    <p:extLst>
      <p:ext uri="{BB962C8B-B14F-4D97-AF65-F5344CB8AC3E}">
        <p14:creationId xmlns:p14="http://schemas.microsoft.com/office/powerpoint/2010/main" val="883785342"/>
      </p:ext>
    </p:extLst>
  </p:cSld>
  <p:clrMapOvr>
    <a:masterClrMapping/>
  </p:clrMapOvr>
  <p:transition spd="slow"/>
</p:sld>
</file>

<file path=ppt/theme/theme1.xml><?xml version="1.0" encoding="utf-8"?>
<a:theme xmlns:a="http://schemas.openxmlformats.org/drawingml/2006/main" name="Deakin Theme">
  <a:themeElements>
    <a:clrScheme name="DEAKIN TEAL">
      <a:dk1>
        <a:srgbClr val="373636"/>
      </a:dk1>
      <a:lt1>
        <a:sysClr val="window" lastClr="FFFFFF"/>
      </a:lt1>
      <a:dk2>
        <a:srgbClr val="007D98"/>
      </a:dk2>
      <a:lt2>
        <a:srgbClr val="FFFFFF"/>
      </a:lt2>
      <a:accent1>
        <a:srgbClr val="007D98"/>
      </a:accent1>
      <a:accent2>
        <a:srgbClr val="FFD923"/>
      </a:accent2>
      <a:accent3>
        <a:srgbClr val="F76919"/>
      </a:accent3>
      <a:accent4>
        <a:srgbClr val="0D8572"/>
      </a:accent4>
      <a:accent5>
        <a:srgbClr val="C74298"/>
      </a:accent5>
      <a:accent6>
        <a:srgbClr val="E1E1E1"/>
      </a:accent6>
      <a:hlink>
        <a:srgbClr val="000000"/>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 Streamline - initial PP template master" id="{131321A0-984A-F047-B30D-FD7CE219F7C5}" vid="{893EE4B7-1F3F-EC4B-8282-9EF91CDBEDEB}"/>
    </a:ext>
  </a:extLst>
</a:theme>
</file>

<file path=ppt/theme/theme2.xml><?xml version="1.0" encoding="utf-8"?>
<a:theme xmlns:a="http://schemas.openxmlformats.org/drawingml/2006/main" name="2_Deakin Theme">
  <a:themeElements>
    <a:clrScheme name="Streamline">
      <a:dk1>
        <a:sysClr val="windowText" lastClr="000000"/>
      </a:dk1>
      <a:lt1>
        <a:sysClr val="window" lastClr="FFFFFF"/>
      </a:lt1>
      <a:dk2>
        <a:srgbClr val="44546A"/>
      </a:dk2>
      <a:lt2>
        <a:srgbClr val="E7E6E6"/>
      </a:lt2>
      <a:accent1>
        <a:srgbClr val="10A991"/>
      </a:accent1>
      <a:accent2>
        <a:srgbClr val="F76919"/>
      </a:accent2>
      <a:accent3>
        <a:srgbClr val="E1E1E1"/>
      </a:accent3>
      <a:accent4>
        <a:srgbClr val="363635"/>
      </a:accent4>
      <a:accent5>
        <a:srgbClr val="C74298"/>
      </a:accent5>
      <a:accent6>
        <a:srgbClr val="007D98"/>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 Streamline - initial PP template master" id="{131321A0-984A-F047-B30D-FD7CE219F7C5}" vid="{893EE4B7-1F3F-EC4B-8282-9EF91CDBEDEB}"/>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1ce7860a-580e-455c-9da4-cfdd77cb6609">
      <UserInfo>
        <DisplayName>Sharon Noone</DisplayName>
        <AccountId>25</AccountId>
        <AccountType/>
      </UserInfo>
      <UserInfo>
        <DisplayName>Simone Sunderland</DisplayName>
        <AccountId>36</AccountId>
        <AccountType/>
      </UserInfo>
      <UserInfo>
        <DisplayName>Angela Hoban</DisplayName>
        <AccountId>243</AccountId>
        <AccountType/>
      </UserInfo>
      <UserInfo>
        <DisplayName>Dorothy Nuess</DisplayName>
        <AccountId>67</AccountId>
        <AccountType/>
      </UserInfo>
      <UserInfo>
        <DisplayName>Rachel Mann</DisplayName>
        <AccountId>49</AccountId>
        <AccountType/>
      </UserInfo>
      <UserInfo>
        <DisplayName>Michelle Watson</DisplayName>
        <AccountId>387</AccountId>
        <AccountType/>
      </UserInfo>
      <UserInfo>
        <DisplayName>Shane Hill</DisplayName>
        <AccountId>152</AccountId>
        <AccountType/>
      </UserInfo>
      <UserInfo>
        <DisplayName>Julie Owens</DisplayName>
        <AccountId>34</AccountId>
        <AccountType/>
      </UserInfo>
      <UserInfo>
        <DisplayName>Robyn King</DisplayName>
        <AccountId>136</AccountId>
        <AccountType/>
      </UserInfo>
      <UserInfo>
        <DisplayName>Kulwinder Singh</DisplayName>
        <AccountId>877</AccountId>
        <AccountType/>
      </UserInfo>
      <UserInfo>
        <DisplayName>Vidhya Venkateswaran</DisplayName>
        <AccountId>1108</AccountId>
        <AccountType/>
      </UserInfo>
      <UserInfo>
        <DisplayName>Matthew Clarke</DisplayName>
        <AccountId>187</AccountId>
        <AccountType/>
      </UserInfo>
      <UserInfo>
        <DisplayName>Julieanne Bignoux</DisplayName>
        <AccountId>73</AccountId>
        <AccountType/>
      </UserInfo>
      <UserInfo>
        <DisplayName>Mrudula Kummamuri</DisplayName>
        <AccountId>878</AccountId>
        <AccountType/>
      </UserInfo>
    </SharedWithUsers>
    <Page xmlns="9ee87474-edcc-4dfb-b19c-0b6a4c6dadc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EAB14C4D965394F90168A3C16852285" ma:contentTypeVersion="12" ma:contentTypeDescription="Create a new document." ma:contentTypeScope="" ma:versionID="b02111010d2d56ae81314c8a57857762">
  <xsd:schema xmlns:xsd="http://www.w3.org/2001/XMLSchema" xmlns:xs="http://www.w3.org/2001/XMLSchema" xmlns:p="http://schemas.microsoft.com/office/2006/metadata/properties" xmlns:ns2="9ee87474-edcc-4dfb-b19c-0b6a4c6dadc6" xmlns:ns3="1ce7860a-580e-455c-9da4-cfdd77cb6609" targetNamespace="http://schemas.microsoft.com/office/2006/metadata/properties" ma:root="true" ma:fieldsID="59966b4580439efe23696c98d3dcae19" ns2:_="" ns3:_="">
    <xsd:import namespace="9ee87474-edcc-4dfb-b19c-0b6a4c6dadc6"/>
    <xsd:import namespace="1ce7860a-580e-455c-9da4-cfdd77cb6609"/>
    <xsd:element name="properties">
      <xsd:complexType>
        <xsd:sequence>
          <xsd:element name="documentManagement">
            <xsd:complexType>
              <xsd:all>
                <xsd:element ref="ns2:Page" minOccurs="0"/>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e87474-edcc-4dfb-b19c-0b6a4c6dadc6" elementFormDefault="qualified">
    <xsd:import namespace="http://schemas.microsoft.com/office/2006/documentManagement/types"/>
    <xsd:import namespace="http://schemas.microsoft.com/office/infopath/2007/PartnerControls"/>
    <xsd:element name="Page" ma:index="8" nillable="true" ma:displayName="Page" ma:description="Page where docs associate" ma:format="Dropdown" ma:internalName="Page">
      <xsd:simpleType>
        <xsd:restriction base="dms:Text">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ce7860a-580e-455c-9da4-cfdd77cb660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9D6839-02BB-4845-B811-9BE2A3AC6002}">
  <ds:schemaRefs>
    <ds:schemaRef ds:uri="http://purl.org/dc/elements/1.1/"/>
    <ds:schemaRef ds:uri="9ee87474-edcc-4dfb-b19c-0b6a4c6dadc6"/>
    <ds:schemaRef ds:uri="http://schemas.microsoft.com/office/infopath/2007/PartnerControls"/>
    <ds:schemaRef ds:uri="http://schemas.microsoft.com/office/2006/documentManagement/types"/>
    <ds:schemaRef ds:uri="1ce7860a-580e-455c-9da4-cfdd77cb6609"/>
    <ds:schemaRef ds:uri="http://schemas.microsoft.com/office/2006/metadata/properties"/>
    <ds:schemaRef ds:uri="http://purl.org/dc/dcmitype/"/>
    <ds:schemaRef ds:uri="http://purl.org/dc/terms/"/>
    <ds:schemaRef ds:uri="http://www.w3.org/XML/1998/namespace"/>
    <ds:schemaRef ds:uri="http://schemas.openxmlformats.org/package/2006/metadata/core-properties"/>
  </ds:schemaRefs>
</ds:datastoreItem>
</file>

<file path=customXml/itemProps2.xml><?xml version="1.0" encoding="utf-8"?>
<ds:datastoreItem xmlns:ds="http://schemas.openxmlformats.org/officeDocument/2006/customXml" ds:itemID="{CBA73560-D432-4A39-95E8-EFC335D88B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e87474-edcc-4dfb-b19c-0b6a4c6dadc6"/>
    <ds:schemaRef ds:uri="1ce7860a-580e-455c-9da4-cfdd77cb660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B987FA4-1B48-43D3-A066-0E7B3217C68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459</TotalTime>
  <Words>1540</Words>
  <Application>Microsoft Macintosh PowerPoint</Application>
  <PresentationFormat>Widescreen</PresentationFormat>
  <Paragraphs>151</Paragraphs>
  <Slides>10</Slides>
  <Notes>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10</vt:i4>
      </vt:variant>
    </vt:vector>
  </HeadingPairs>
  <TitlesOfParts>
    <vt:vector size="19" baseType="lpstr">
      <vt:lpstr>Arial</vt:lpstr>
      <vt:lpstr>Arial,Sans-Serif</vt:lpstr>
      <vt:lpstr>Calibri</vt:lpstr>
      <vt:lpstr>Calibri Light</vt:lpstr>
      <vt:lpstr>Segoe UI</vt:lpstr>
      <vt:lpstr>Wingdings</vt:lpstr>
      <vt:lpstr>Deakin Theme</vt:lpstr>
      <vt:lpstr>2_Deakin Theme</vt:lpstr>
      <vt:lpstr>1_Office Theme</vt:lpstr>
      <vt:lpstr>Human Rights Approach to AI  Dr. Jayson S. Lamchek</vt:lpstr>
      <vt:lpstr>Human Rights and AI Regulation</vt:lpstr>
      <vt:lpstr>PowerPoint Presentation</vt:lpstr>
      <vt:lpstr>Science as a Human Right</vt:lpstr>
      <vt:lpstr>Science should serve humanity/human rights  Implied aspect: To be protected from harmful applications of science   To enjoy the benefits of scientific progress and its applications  To participate in science  </vt:lpstr>
      <vt:lpstr>PROTECTION FROM HARM</vt:lpstr>
      <vt:lpstr>BENEFIT-SHARING</vt:lpstr>
      <vt:lpstr>PARTICIPATION IN AI</vt:lpstr>
      <vt:lpstr>PowerPoint Presentation</vt:lpstr>
      <vt:lpstr>Questions and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Simeon Walker</dc:creator>
  <cp:lastModifiedBy>Jayson Lamchek</cp:lastModifiedBy>
  <cp:revision>9</cp:revision>
  <dcterms:created xsi:type="dcterms:W3CDTF">2021-03-31T02:09:43Z</dcterms:created>
  <dcterms:modified xsi:type="dcterms:W3CDTF">2025-04-28T23:57:07Z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0x010100EEAB14C4D965394F90168A3C16852285</vt:lpwstr>
  </property>
  <property fmtid="{D5CDD505-2E9C-101B-9397-08002B2CF9AE}" pid="3" name="Archived">
    <vt:lpwstr>false</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Stream">
    <vt:lpwstr>;#Delivery Management;#</vt:lpwstr>
  </property>
  <property fmtid="{D5CDD505-2E9C-101B-9397-08002B2CF9AE}" pid="10" name="Discipline">
    <vt:lpwstr>;#Change Management;#</vt:lpwstr>
  </property>
  <property fmtid="{D5CDD505-2E9C-101B-9397-08002B2CF9AE}" pid="11" name="xd_Signature">
    <vt:lpwstr/>
  </property>
  <property fmtid="{D5CDD505-2E9C-101B-9397-08002B2CF9AE}" pid="12" name="MediaServiceImageTags">
    <vt:lpwstr/>
  </property>
</Properties>
</file>